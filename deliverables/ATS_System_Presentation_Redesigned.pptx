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d31f795f32142e2" /><Relationship Type="http://schemas.openxmlformats.org/officeDocument/2006/relationships/extended-properties" Target="/docProps/app.xml" Id="R19dd68c82693477a" /><Relationship Type="http://schemas.openxmlformats.org/officeDocument/2006/relationships/officeDocument" Target="/ppt/presentation.xml" Id="Rdc33a1b0fb59490d" /></Relationships>
</file>

<file path=ppt/presentation.xml><?xml version="1.0" encoding="utf-8"?>
<p:presentation xmlns:p="http://schemas.openxmlformats.org/presentationml/2006/main">
  <p:sldMasterIdLst>
    <p:sldMasterId xmlns:r="http://schemas.openxmlformats.org/officeDocument/2006/relationships" id="2147483648" r:id="R21e42a93c3e748b4"/>
  </p:sldMasterIdLst>
  <p:notesMasterIdLst>
    <p:notesMasterId xmlns:r="http://schemas.openxmlformats.org/officeDocument/2006/relationships" r:id="R048e5b83715d4c40"/>
  </p:notesMasterIdLst>
  <p:sldIdLst>
    <p:sldId xmlns:r="http://schemas.openxmlformats.org/officeDocument/2006/relationships" id="256" r:id="R8aae83a1f6684607"/>
    <p:sldId xmlns:r="http://schemas.openxmlformats.org/officeDocument/2006/relationships" id="257" r:id="R4a7df9e94763491f"/>
    <p:sldId xmlns:r="http://schemas.openxmlformats.org/officeDocument/2006/relationships" id="258" r:id="R9c8580cf95104d7e"/>
    <p:sldId xmlns:r="http://schemas.openxmlformats.org/officeDocument/2006/relationships" id="259" r:id="Rabe3e2e486944f75"/>
    <p:sldId xmlns:r="http://schemas.openxmlformats.org/officeDocument/2006/relationships" id="260" r:id="Rad1aee60923344b5"/>
    <p:sldId xmlns:r="http://schemas.openxmlformats.org/officeDocument/2006/relationships" id="261" r:id="Reb96645108c44254"/>
    <p:sldId xmlns:r="http://schemas.openxmlformats.org/officeDocument/2006/relationships" id="262" r:id="R014228ed7c9f4c5f"/>
    <p:sldId xmlns:r="http://schemas.openxmlformats.org/officeDocument/2006/relationships" id="263" r:id="Ra54003a652474142"/>
    <p:sldId xmlns:r="http://schemas.openxmlformats.org/officeDocument/2006/relationships" id="264" r:id="R3ffae78cd35942e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48989dc0d7be483a" /><Relationship Type="http://schemas.openxmlformats.org/officeDocument/2006/relationships/slideMaster" Target="/ppt/slideMasters/slideMaster1.xml" Id="R21e42a93c3e748b4" /><Relationship Type="http://schemas.openxmlformats.org/officeDocument/2006/relationships/notesMaster" Target="/ppt/notesMasters/notesMaster1.xml" Id="R048e5b83715d4c40" /><Relationship Type="http://schemas.openxmlformats.org/officeDocument/2006/relationships/presProps" Target="/ppt/presProps.xml" Id="Rfcbbde63e5484071" /><Relationship Type="http://schemas.openxmlformats.org/officeDocument/2006/relationships/viewProps" Target="/ppt/viewProps.xml" Id="R80cb7a08741a4545" /><Relationship Type="http://schemas.openxmlformats.org/officeDocument/2006/relationships/tableStyles" Target="/ppt/tableStyles.xml" Id="R33884223200c4231" /><Relationship Type="http://schemas.openxmlformats.org/officeDocument/2006/relationships/slide" Target="/ppt/slides/slide1.xml" Id="R8aae83a1f6684607" /><Relationship Type="http://schemas.openxmlformats.org/officeDocument/2006/relationships/slide" Target="/ppt/slides/slide2.xml" Id="R4a7df9e94763491f" /><Relationship Type="http://schemas.openxmlformats.org/officeDocument/2006/relationships/slide" Target="/ppt/slides/slide3.xml" Id="R9c8580cf95104d7e" /><Relationship Type="http://schemas.openxmlformats.org/officeDocument/2006/relationships/slide" Target="/ppt/slides/slide4.xml" Id="Rabe3e2e486944f75" /><Relationship Type="http://schemas.openxmlformats.org/officeDocument/2006/relationships/slide" Target="/ppt/slides/slide5.xml" Id="Rad1aee60923344b5" /><Relationship Type="http://schemas.openxmlformats.org/officeDocument/2006/relationships/slide" Target="/ppt/slides/slide6.xml" Id="Reb96645108c44254" /><Relationship Type="http://schemas.openxmlformats.org/officeDocument/2006/relationships/slide" Target="/ppt/slides/slide7.xml" Id="R014228ed7c9f4c5f" /><Relationship Type="http://schemas.openxmlformats.org/officeDocument/2006/relationships/slide" Target="/ppt/slides/slide8.xml" Id="Ra54003a652474142" /><Relationship Type="http://schemas.openxmlformats.org/officeDocument/2006/relationships/slide" Target="/ppt/slides/slide9.xml" Id="R3ffae78cd35942e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1dc557f9f074e3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ATS Application">
      <a:dk1>
        <a:srgbClr val="0F172A"/>
      </a:dk1>
      <a:lt1>
        <a:srgbClr val="FFFFFF"/>
      </a:lt1>
      <a:dk2>
        <a:srgbClr val="1E3A8A"/>
      </a:dk2>
      <a:lt2>
        <a:srgbClr val="EEF4FF"/>
      </a:lt2>
      <a:accent1>
        <a:srgbClr val="155DFC"/>
      </a:accent1>
      <a:accent2>
        <a:srgbClr val="0E7490"/>
      </a:accent2>
      <a:accent3>
        <a:srgbClr val="F59E0B"/>
      </a:accent3>
      <a:accent4>
        <a:srgbClr val="DB2777"/>
      </a:accent4>
      <a:accent5>
        <a:srgbClr val="7C3AED"/>
      </a:accent5>
      <a:accent6>
        <a:srgbClr val="047857"/>
      </a:accent6>
      <a:hlink>
        <a:srgbClr val="155DFC"/>
      </a:hlink>
      <a:folHlink>
        <a:srgbClr val="7C3AED"/>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ATS Application">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8a160de73654a79" /><Relationship Type="http://schemas.openxmlformats.org/officeDocument/2006/relationships/notesMaster" Target="/ppt/notesMasters/notesMaster1.xml" Id="R1a8da19dcc2540ca" /></Relationships>
</file>

<file path=ppt/notesSlides/_rels/notesSlide2.xml.rels>&#65279;<?xml version="1.0" encoding="utf-8"?><Relationships xmlns="http://schemas.openxmlformats.org/package/2006/relationships"><Relationship Type="http://schemas.openxmlformats.org/officeDocument/2006/relationships/slide" Target="/ppt/slides/slide2.xml" Id="R07611beb16034999" /><Relationship Type="http://schemas.openxmlformats.org/officeDocument/2006/relationships/notesMaster" Target="/ppt/notesMasters/notesMaster1.xml" Id="R6d5aacc577bf49e5" /></Relationships>
</file>

<file path=ppt/notesSlides/_rels/notesSlide3.xml.rels>&#65279;<?xml version="1.0" encoding="utf-8"?><Relationships xmlns="http://schemas.openxmlformats.org/package/2006/relationships"><Relationship Type="http://schemas.openxmlformats.org/officeDocument/2006/relationships/slide" Target="/ppt/slides/slide3.xml" Id="Re04056203fd649f9" /><Relationship Type="http://schemas.openxmlformats.org/officeDocument/2006/relationships/notesMaster" Target="/ppt/notesMasters/notesMaster1.xml" Id="R2991f518befc46cf" /></Relationships>
</file>

<file path=ppt/notesSlides/_rels/notesSlide4.xml.rels>&#65279;<?xml version="1.0" encoding="utf-8"?><Relationships xmlns="http://schemas.openxmlformats.org/package/2006/relationships"><Relationship Type="http://schemas.openxmlformats.org/officeDocument/2006/relationships/slide" Target="/ppt/slides/slide4.xml" Id="R3180c9ca9b74441b" /><Relationship Type="http://schemas.openxmlformats.org/officeDocument/2006/relationships/notesMaster" Target="/ppt/notesMasters/notesMaster1.xml" Id="R6e9a1195b9d44c39" /></Relationships>
</file>

<file path=ppt/notesSlides/_rels/notesSlide5.xml.rels>&#65279;<?xml version="1.0" encoding="utf-8"?><Relationships xmlns="http://schemas.openxmlformats.org/package/2006/relationships"><Relationship Type="http://schemas.openxmlformats.org/officeDocument/2006/relationships/slide" Target="/ppt/slides/slide5.xml" Id="R8e322d5bede34011" /><Relationship Type="http://schemas.openxmlformats.org/officeDocument/2006/relationships/notesMaster" Target="/ppt/notesMasters/notesMaster1.xml" Id="R43a24e1230184a3c" /></Relationships>
</file>

<file path=ppt/notesSlides/_rels/notesSlide6.xml.rels>&#65279;<?xml version="1.0" encoding="utf-8"?><Relationships xmlns="http://schemas.openxmlformats.org/package/2006/relationships"><Relationship Type="http://schemas.openxmlformats.org/officeDocument/2006/relationships/slide" Target="/ppt/slides/slide6.xml" Id="Rb947f61b62ef4adb" /><Relationship Type="http://schemas.openxmlformats.org/officeDocument/2006/relationships/notesMaster" Target="/ppt/notesMasters/notesMaster1.xml" Id="Re454746447f74bbb" /></Relationships>
</file>

<file path=ppt/notesSlides/_rels/notesSlide7.xml.rels>&#65279;<?xml version="1.0" encoding="utf-8"?><Relationships xmlns="http://schemas.openxmlformats.org/package/2006/relationships"><Relationship Type="http://schemas.openxmlformats.org/officeDocument/2006/relationships/slide" Target="/ppt/slides/slide7.xml" Id="R0f80b899654245df" /><Relationship Type="http://schemas.openxmlformats.org/officeDocument/2006/relationships/notesMaster" Target="/ppt/notesMasters/notesMaster1.xml" Id="Raafc10e2c9ba4f62" /></Relationships>
</file>

<file path=ppt/notesSlides/_rels/notesSlide8.xml.rels>&#65279;<?xml version="1.0" encoding="utf-8"?><Relationships xmlns="http://schemas.openxmlformats.org/package/2006/relationships"><Relationship Type="http://schemas.openxmlformats.org/officeDocument/2006/relationships/slide" Target="/ppt/slides/slide8.xml" Id="Rd2c98c1dd0f34fae" /><Relationship Type="http://schemas.openxmlformats.org/officeDocument/2006/relationships/notesMaster" Target="/ppt/notesMasters/notesMaster1.xml" Id="R13736106d52a4a32" /></Relationships>
</file>

<file path=ppt/notesSlides/_rels/notesSlide9.xml.rels>&#65279;<?xml version="1.0" encoding="utf-8"?><Relationships xmlns="http://schemas.openxmlformats.org/package/2006/relationships"><Relationship Type="http://schemas.openxmlformats.org/officeDocument/2006/relationships/slide" Target="/ppt/slides/slide9.xml" Id="Rc84e7250a6a84fb5" /><Relationship Type="http://schemas.openxmlformats.org/officeDocument/2006/relationships/notesMaster" Target="/ppt/notesMasters/notesMaster1.xml" Id="R3c80e6b6db6d43d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Today I want to introduce the Assignment Tracking System, show what it does, walk through the features, and agree on how we roll it out department by department and who leads each part.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ATS is our own system, built in-house for how the Ministry actually works. The left comparison is the day-to-day change staff will feel; the right numbers are the coverage.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heart of the system. The same six stages apply to an incoming letter, an outgoing letter or an internal assignment.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registry replaces the incoming and outgoing mail books. Everything a registry clerk does today on paper has a screen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key idea: work travels down a route and reports back up the same route. Nobody has to guess who to send an update 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Oversight is the part management will feel most: dashboards and exportable reports replace the manual returns we compile today.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phases are deliberately short. The pilot in the PS Office is where we absorb the surprises, so waves 1 and 2 are smooth.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Clusters were drawn so each champion covers departments that already work together, and so no one carries more than four offices.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the three asks: confirm champions, agree the start date, and get the user lists in within a week so Phase 1 can begin.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315c4a6f3e741ba"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32dc2d3f7644e66" /><Relationship Type="http://schemas.openxmlformats.org/officeDocument/2006/relationships/slideLayout" Target="/ppt/slideLayouts/slideLayout1.xml" Id="R090a8604d7d94b94"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90a8604d7d94b94"/>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f4076190eac4934" /><Relationship Type="http://schemas.openxmlformats.org/officeDocument/2006/relationships/image" Target="/ppt/media/image.jpeg" Id="R6abffe8a8e3d4832" /><Relationship Type="http://schemas.openxmlformats.org/officeDocument/2006/relationships/notesSlide" Target="/ppt/notesSlides/notesSlide1.xml" Id="R40ff251e9d00468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935a756708d43c1" /><Relationship Type="http://schemas.openxmlformats.org/officeDocument/2006/relationships/notesSlide" Target="/ppt/notesSlides/notesSlide2.xml" Id="Rda21ca6369124bc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360c88771cc40f1" /><Relationship Type="http://schemas.openxmlformats.org/officeDocument/2006/relationships/notesSlide" Target="/ppt/notesSlides/notesSlide3.xml" Id="R2862c82e9d9f4b4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200938edcb147e6" /><Relationship Type="http://schemas.openxmlformats.org/officeDocument/2006/relationships/image" Target="/ppt/media/image.png" Id="Rcdd56f2243744368" /><Relationship Type="http://schemas.openxmlformats.org/officeDocument/2006/relationships/image" Target="/ppt/media/image2.png" Id="R2b320872801b455c" /><Relationship Type="http://schemas.openxmlformats.org/officeDocument/2006/relationships/image" Target="/ppt/media/image3.png" Id="Rfbd85148d3c14fb1" /><Relationship Type="http://schemas.openxmlformats.org/officeDocument/2006/relationships/image" Target="/ppt/media/image4.png" Id="R6d532f89a4c64f05" /><Relationship Type="http://schemas.openxmlformats.org/officeDocument/2006/relationships/notesSlide" Target="/ppt/notesSlides/notesSlide4.xml" Id="Re5dfb14c01dd4a3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600c0fde9c74a56" /><Relationship Type="http://schemas.openxmlformats.org/officeDocument/2006/relationships/image" Target="/ppt/media/image5.png" Id="R10d4a46979ab414d" /><Relationship Type="http://schemas.openxmlformats.org/officeDocument/2006/relationships/image" Target="/ppt/media/image6.png" Id="R483a62a6105b43d0" /><Relationship Type="http://schemas.openxmlformats.org/officeDocument/2006/relationships/image" Target="/ppt/media/image7.png" Id="R6d793400ab2341b4" /><Relationship Type="http://schemas.openxmlformats.org/officeDocument/2006/relationships/image" Target="/ppt/media/image8.png" Id="R0b81464c120241e0" /><Relationship Type="http://schemas.openxmlformats.org/officeDocument/2006/relationships/notesSlide" Target="/ppt/notesSlides/notesSlide5.xml" Id="R565d62d8509b4eb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18c0c3da7954a9b" /><Relationship Type="http://schemas.openxmlformats.org/officeDocument/2006/relationships/image" Target="/ppt/media/image9.png" Id="R3defb077a6f74e97" /><Relationship Type="http://schemas.openxmlformats.org/officeDocument/2006/relationships/image" Target="/ppt/media/image10.png" Id="Recce75b4a7d144a2" /><Relationship Type="http://schemas.openxmlformats.org/officeDocument/2006/relationships/image" Target="/ppt/media/image11.png" Id="Rab5ed27016514eb1" /><Relationship Type="http://schemas.openxmlformats.org/officeDocument/2006/relationships/image" Target="/ppt/media/image12.png" Id="R9338870378d14722" /><Relationship Type="http://schemas.openxmlformats.org/officeDocument/2006/relationships/image" Target="/ppt/media/image13.png" Id="R35f60f81360f4667" /><Relationship Type="http://schemas.openxmlformats.org/officeDocument/2006/relationships/image" Target="/ppt/media/image14.png" Id="Re97e99bd1df5403c" /><Relationship Type="http://schemas.openxmlformats.org/officeDocument/2006/relationships/notesSlide" Target="/ppt/notesSlides/notesSlide6.xml" Id="R003be0244b64417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faa045de80b4be0" /><Relationship Type="http://schemas.openxmlformats.org/officeDocument/2006/relationships/notesSlide" Target="/ppt/notesSlides/notesSlide7.xml" Id="Ra05199b4cd2f434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eb3b8a24b35452a" /><Relationship Type="http://schemas.openxmlformats.org/officeDocument/2006/relationships/notesSlide" Target="/ppt/notesSlides/notesSlide8.xml" Id="R3dfd86ef7a2c483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abc6ee27f5a475c" /><Relationship Type="http://schemas.openxmlformats.org/officeDocument/2006/relationships/notesSlide" Target="/ppt/notesSlides/notesSlide9.xml" Id="Rb2268ce18b574d3d" /></Relationships>
</file>

<file path=ppt/slides/slide1.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E7D727A4-1132-4917-B512-4BE1EB9AA482}"/>
              </a:ext>
            </a:extLst>
          </p:cNvPr>
          <p:cNvSpPr>
            <a:spLocks xmlns:a="http://schemas.openxmlformats.org/drawingml/2006/main" noGrp="1"/>
          </p:cNvSpPr>
          <p:nvPr/>
        </p:nvSpPr>
        <p:spPr>
          <a:xfrm xmlns:a="http://schemas.openxmlformats.org/drawingml/2006/main">
            <a:off x="8572500" y="0"/>
            <a:ext cx="3619500" cy="3619500"/>
          </a:xfrm>
          <a:prstGeom xmlns:a="http://schemas.openxmlformats.org/drawingml/2006/main" prst="ellipse">
            <a:avLst/>
          </a:prstGeom>
          <a:noFill xmlns:a="http://schemas.openxmlformats.org/drawingml/2006/main"/>
          <a:ln xmlns:a="http://schemas.openxmlformats.org/drawingml/2006/main" w="0">
            <a:noFill/>
            <a:prstDash val="solid"/>
          </a:ln>
        </p:spPr>
      </p:sp>
      <p:sp>
        <p:nvSpPr>
          <p:cNvPr id="3" name="Shape 1">
            <a:extLst xmlns:a="http://schemas.openxmlformats.org/drawingml/2006/main">
              <a:ext uri="{FF2B5EF4-FFF2-40B4-BE49-F238E27FC236}">
                <a16:creationId xmlns:a16="http://schemas.microsoft.com/office/drawing/2014/main" id="{62A2439F-86AA-459B-AACA-AD91242FD16D}"/>
              </a:ext>
            </a:extLst>
          </p:cNvPr>
          <p:cNvSpPr>
            <a:spLocks xmlns:a="http://schemas.openxmlformats.org/drawingml/2006/main" noGrp="1"/>
          </p:cNvSpPr>
          <p:nvPr/>
        </p:nvSpPr>
        <p:spPr>
          <a:xfrm xmlns:a="http://schemas.openxmlformats.org/drawingml/2006/main">
            <a:off x="9144000" y="3810000"/>
            <a:ext cx="3048000" cy="3048000"/>
          </a:xfrm>
          <a:prstGeom xmlns:a="http://schemas.openxmlformats.org/drawingml/2006/main" prst="ellipse">
            <a:avLst/>
          </a:prstGeom>
          <a:solidFill xmlns:a="http://schemas.openxmlformats.org/drawingml/2006/main">
            <a:srgbClr val="1E3A8A"/>
          </a:solidFill>
          <a:ln xmlns:a="http://schemas.openxmlformats.org/drawingml/2006/main" w="0">
            <a:solidFill>
              <a:srgbClr val="1E3A8A"/>
            </a:solidFill>
            <a:prstDash val="solid"/>
          </a:ln>
        </p:spPr>
      </p:sp>
      <p:sp>
        <p:nvSpPr>
          <p:cNvPr id="4" name="Shape 2">
            <a:extLst xmlns:a="http://schemas.openxmlformats.org/drawingml/2006/main">
              <a:ext uri="{FF2B5EF4-FFF2-40B4-BE49-F238E27FC236}">
                <a16:creationId xmlns:a16="http://schemas.microsoft.com/office/drawing/2014/main" id="{5F572161-2356-4313-9FA0-D47BE0CA4D6B}"/>
              </a:ext>
            </a:extLst>
          </p:cNvPr>
          <p:cNvSpPr>
            <a:spLocks xmlns:a="http://schemas.openxmlformats.org/drawingml/2006/main" noGrp="1"/>
          </p:cNvSpPr>
          <p:nvPr/>
        </p:nvSpPr>
        <p:spPr>
          <a:xfrm xmlns:a="http://schemas.openxmlformats.org/drawingml/2006/main">
            <a:off x="8915400" y="1325880"/>
            <a:ext cx="2286000" cy="228600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9525">
            <a:solidFill>
              <a:srgbClr val="DBE7FF"/>
            </a:solidFill>
            <a:prstDash val="solid"/>
          </a:ln>
          <a:effectLst xmlns:a="http://schemas.openxmlformats.org/drawingml/2006/main">
            <a:outerShdw blurRad="127000" dist="25400" dir="5400000" algn="bl" rotWithShape="0">
              <a:srgbClr val="9AA7B4">
                <a:alpha val="28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6abffe8a8e3d4832"/>
          <a:stretch xmlns:a="http://schemas.openxmlformats.org/drawingml/2006/main">
            <a:fillRect l="0" t="0" r="0" b="0"/>
          </a:stretch>
        </p:blipFill>
        <p:spPr>
          <a:xfrm xmlns:a="http://schemas.openxmlformats.org/drawingml/2006/main">
            <a:off x="9098280" y="1508760"/>
            <a:ext cx="1920240" cy="192024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AD37C4B5-10E2-4CCF-88AF-9F057A152C1E}"/>
              </a:ext>
            </a:extLst>
          </p:cNvPr>
          <p:cNvSpPr>
            <a:spLocks xmlns:a="http://schemas.openxmlformats.org/drawingml/2006/main" noGrp="1"/>
          </p:cNvSpPr>
          <p:nvPr/>
        </p:nvSpPr>
        <p:spPr>
          <a:xfrm xmlns:a="http://schemas.openxmlformats.org/drawingml/2006/main">
            <a:off x="566928" y="1371600"/>
            <a:ext cx="76809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125" b="1">
                <a:solidFill>
                  <a:srgbClr val="4C86FF"/>
                </a:solidFill>
                <a:latin typeface="Poppins"/>
                <a:ea typeface="Poppins"/>
                <a:cs typeface="Poppins"/>
              </a:defRPr>
            </a:pPr>
            <a:r>
              <a:rPr sz="1125" b="1">
                <a:solidFill>
                  <a:srgbClr val="4C86FF"/>
                </a:solidFill>
                <a:latin typeface="Poppins"/>
                <a:ea typeface="Poppins"/>
                <a:cs typeface="Poppins"/>
              </a:rPr>
              <a:t>MINISTRY OF EDUCATION AND SPORTS</a:t>
            </a:r>
            <a:endParaRPr sz="1300"/>
          </a:p>
        </p:txBody>
      </p:sp>
      <p:sp>
        <p:nvSpPr>
          <p:cNvPr id="7" name="Text 4">
            <a:extLst xmlns:a="http://schemas.openxmlformats.org/drawingml/2006/main">
              <a:ext uri="{FF2B5EF4-FFF2-40B4-BE49-F238E27FC236}">
                <a16:creationId xmlns:a16="http://schemas.microsoft.com/office/drawing/2014/main" id="{946A9D32-64F8-433F-8882-A915A81D87DC}"/>
              </a:ext>
            </a:extLst>
          </p:cNvPr>
          <p:cNvSpPr>
            <a:spLocks xmlns:a="http://schemas.openxmlformats.org/drawingml/2006/main" noGrp="1"/>
          </p:cNvSpPr>
          <p:nvPr/>
        </p:nvSpPr>
        <p:spPr>
          <a:xfrm xmlns:a="http://schemas.openxmlformats.org/drawingml/2006/main">
            <a:off x="566928" y="1783080"/>
            <a:ext cx="786384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95000"/>
              </a:lnSpc>
              <a:buNone/>
              <a:defRPr sz="4050" b="1">
                <a:solidFill>
                  <a:srgbClr val="FFFFFF"/>
                </a:solidFill>
                <a:latin typeface="Poppins"/>
                <a:ea typeface="Poppins"/>
                <a:cs typeface="Poppins"/>
              </a:defRPr>
            </a:pPr>
            <a:r>
              <a:rPr sz="4050" b="1">
                <a:solidFill>
                  <a:srgbClr val="FFFFFF"/>
                </a:solidFill>
                <a:latin typeface="Poppins"/>
                <a:ea typeface="Poppins"/>
                <a:cs typeface="Poppins"/>
              </a:rPr>
              <a:t>Assignment Tracking System</a:t>
            </a:r>
            <a:endParaRPr sz="4600"/>
          </a:p>
        </p:txBody>
      </p:sp>
      <p:sp>
        <p:nvSpPr>
          <p:cNvPr id="8" name="Text 5">
            <a:extLst xmlns:a="http://schemas.openxmlformats.org/drawingml/2006/main">
              <a:ext uri="{FF2B5EF4-FFF2-40B4-BE49-F238E27FC236}">
                <a16:creationId xmlns:a16="http://schemas.microsoft.com/office/drawing/2014/main" id="{8A74303E-12AE-4B0B-A301-2E6ABFC615DF}"/>
              </a:ext>
            </a:extLst>
          </p:cNvPr>
          <p:cNvSpPr>
            <a:spLocks xmlns:a="http://schemas.openxmlformats.org/drawingml/2006/main" noGrp="1"/>
          </p:cNvSpPr>
          <p:nvPr/>
        </p:nvSpPr>
        <p:spPr>
          <a:xfrm xmlns:a="http://schemas.openxmlformats.org/drawingml/2006/main">
            <a:off x="566928" y="3246120"/>
            <a:ext cx="768096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2400"/>
              </a:lnSpc>
              <a:buNone/>
              <a:defRPr sz="1425">
                <a:solidFill>
                  <a:srgbClr val="DBE7FF"/>
                </a:solidFill>
                <a:latin typeface="Segoe UI"/>
                <a:ea typeface="Segoe UI"/>
                <a:cs typeface="Segoe UI"/>
              </a:defRPr>
            </a:pPr>
            <a:r>
              <a:rPr sz="1425">
                <a:solidFill>
                  <a:srgbClr val="DBE7FF"/>
                </a:solidFill>
                <a:latin typeface="Segoe UI"/>
                <a:ea typeface="Segoe UI"/>
                <a:cs typeface="Segoe UI"/>
              </a:rPr>
              <a:t>One digital register for correspondence, assignments and accountability across the Ministry</a:t>
            </a:r>
            <a:endParaRPr sz="1600"/>
          </a:p>
        </p:txBody>
      </p:sp>
      <p:sp>
        <p:nvSpPr>
          <p:cNvPr id="9" name="Shape 6">
            <a:extLst xmlns:a="http://schemas.openxmlformats.org/drawingml/2006/main">
              <a:ext uri="{FF2B5EF4-FFF2-40B4-BE49-F238E27FC236}">
                <a16:creationId xmlns:a16="http://schemas.microsoft.com/office/drawing/2014/main" id="{4DAC7B64-D6C5-4B55-829C-77B81E761F7E}"/>
              </a:ext>
            </a:extLst>
          </p:cNvPr>
          <p:cNvSpPr>
            <a:spLocks xmlns:a="http://schemas.openxmlformats.org/drawingml/2006/main" noGrp="1"/>
          </p:cNvSpPr>
          <p:nvPr/>
        </p:nvSpPr>
        <p:spPr>
          <a:xfrm xmlns:a="http://schemas.openxmlformats.org/drawingml/2006/main">
            <a:off x="566928" y="4343400"/>
            <a:ext cx="7680960" cy="960120"/>
          </a:xfrm>
          <a:prstGeom xmlns:a="http://schemas.openxmlformats.org/drawingml/2006/main" prst="roundRect">
            <a:avLst>
              <a:gd name="adj" fmla="val 8571"/>
            </a:avLst>
          </a:prstGeom>
          <a:solidFill xmlns:a="http://schemas.openxmlformats.org/drawingml/2006/main">
            <a:srgbClr val="172033"/>
          </a:solidFill>
          <a:ln xmlns:a="http://schemas.openxmlformats.org/drawingml/2006/main" w="9525">
            <a:solidFill>
              <a:srgbClr val="334155"/>
            </a:solidFill>
            <a:prstDash val="solid"/>
          </a:ln>
        </p:spPr>
      </p:sp>
      <p:sp>
        <p:nvSpPr>
          <p:cNvPr id="10" name="Text 7">
            <a:extLst xmlns:a="http://schemas.openxmlformats.org/drawingml/2006/main">
              <a:ext uri="{FF2B5EF4-FFF2-40B4-BE49-F238E27FC236}">
                <a16:creationId xmlns:a16="http://schemas.microsoft.com/office/drawing/2014/main" id="{604B481D-637D-4A26-863A-E09F0D6952E3}"/>
              </a:ext>
            </a:extLst>
          </p:cNvPr>
          <p:cNvSpPr>
            <a:spLocks xmlns:a="http://schemas.openxmlformats.org/drawingml/2006/main" noGrp="1"/>
          </p:cNvSpPr>
          <p:nvPr/>
        </p:nvSpPr>
        <p:spPr>
          <a:xfrm xmlns:a="http://schemas.openxmlformats.org/drawingml/2006/main">
            <a:off x="822960" y="4343400"/>
            <a:ext cx="7223760"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050">
                <a:solidFill>
                  <a:srgbClr val="FFFFFF"/>
                </a:solidFill>
                <a:latin typeface="Segoe UI"/>
                <a:ea typeface="Segoe UI"/>
                <a:cs typeface="Segoe UI"/>
              </a:defRPr>
            </a:pPr>
            <a:r>
              <a:rPr sz="1050">
                <a:solidFill>
                  <a:srgbClr val="FFFFFF"/>
                </a:solidFill>
                <a:latin typeface="Segoe UI"/>
                <a:ea typeface="Segoe UI"/>
                <a:cs typeface="Segoe UI"/>
              </a:rPr>
              <a:t>Presented by  </a:t>
            </a:r>
            <a:r>
              <a:rPr sz="1050" b="1">
                <a:solidFill>
                  <a:srgbClr val="FFFFFF"/>
                </a:solidFill>
                <a:latin typeface="Segoe UI"/>
                <a:ea typeface="Segoe UI"/>
                <a:cs typeface="Segoe UI"/>
              </a:rPr>
              <a:t>Okiror Daniel</a:t>
            </a:r>
            <a:r>
              <a:rPr sz="1050">
                <a:solidFill>
                  <a:srgbClr val="FFFFFF"/>
                </a:solidFill>
                <a:latin typeface="Segoe UI"/>
                <a:ea typeface="Segoe UI"/>
                <a:cs typeface="Segoe UI"/>
              </a:rPr>
              <a:t>     |     System overview, features and departmental roll-out plan</a:t>
            </a:r>
            <a:endParaRPr sz="1300"/>
          </a:p>
        </p:txBody>
      </p:sp>
      <p:sp>
        <p:nvSpPr>
          <p:cNvPr id="11" name="Text 8">
            <a:extLst xmlns:a="http://schemas.openxmlformats.org/drawingml/2006/main">
              <a:ext uri="{FF2B5EF4-FFF2-40B4-BE49-F238E27FC236}">
                <a16:creationId xmlns:a16="http://schemas.microsoft.com/office/drawing/2014/main" id="{122EE59A-79CE-4EEE-B1EF-DBF6036BF79D}"/>
              </a:ext>
            </a:extLst>
          </p:cNvPr>
          <p:cNvSpPr>
            <a:spLocks xmlns:a="http://schemas.openxmlformats.org/drawingml/2006/main" noGrp="1"/>
          </p:cNvSpPr>
          <p:nvPr/>
        </p:nvSpPr>
        <p:spPr>
          <a:xfrm xmlns:a="http://schemas.openxmlformats.org/drawingml/2006/main">
            <a:off x="566928" y="5806440"/>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975">
                <a:solidFill>
                  <a:srgbClr val="9BAAC0"/>
                </a:solidFill>
                <a:latin typeface="Segoe UI"/>
                <a:ea typeface="Segoe UI"/>
                <a:cs typeface="Segoe UI"/>
              </a:defRPr>
            </a:pPr>
            <a:r>
              <a:rPr sz="975">
                <a:solidFill>
                  <a:srgbClr val="9BAAC0"/>
                </a:solidFill>
                <a:latin typeface="Segoe UI"/>
                <a:ea typeface="Segoe UI"/>
                <a:cs typeface="Segoe UI"/>
              </a:rPr>
              <a:t>Internal briefing  ·  2026</a:t>
            </a:r>
            <a:endParaRPr sz="1100"/>
          </a:p>
        </p:txBody>
      </p:sp>
    </p:spTree>
    <p:extLst>
      <p:ext uri="{BB962C8B-B14F-4D97-AF65-F5344CB8AC3E}">
        <p14:creationId xmlns:p14="http://schemas.microsoft.com/office/powerpoint/2010/main" val="1817554480"/>
      </p:ext>
    </p:extLst>
  </p:cSld>
</p:sld>
</file>

<file path=ppt/slides/slide2.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1D0F20D-3E00-439B-A28F-B282D7E13D45}"/>
              </a:ext>
            </a:extLst>
          </p:cNvPr>
          <p:cNvSpPr>
            <a:spLocks xmlns:a="http://schemas.openxmlformats.org/drawingml/2006/main" noGrp="1"/>
          </p:cNvSpPr>
          <p:nvPr/>
        </p:nvSpPr>
        <p:spPr>
          <a:xfrm xmlns:a="http://schemas.openxmlformats.org/drawingml/2006/main">
            <a:off x="566928" y="384048"/>
            <a:ext cx="8229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125" b="1">
                <a:solidFill>
                  <a:srgbClr val="155DFC"/>
                </a:solidFill>
                <a:latin typeface="Poppins"/>
                <a:ea typeface="Poppins"/>
                <a:cs typeface="Poppins"/>
              </a:defRPr>
            </a:pPr>
            <a:r>
              <a:rPr sz="1125" b="1">
                <a:solidFill>
                  <a:srgbClr val="155DFC"/>
                </a:solidFill>
                <a:latin typeface="Poppins"/>
                <a:ea typeface="Poppins"/>
                <a:cs typeface="Poppins"/>
              </a:rPr>
              <a:t>OVERVIEW</a:t>
            </a:r>
            <a:endParaRPr sz="1200"/>
          </a:p>
        </p:txBody>
      </p:sp>
      <p:sp>
        <p:nvSpPr>
          <p:cNvPr id="3" name="Text 1">
            <a:extLst xmlns:a="http://schemas.openxmlformats.org/drawingml/2006/main">
              <a:ext uri="{FF2B5EF4-FFF2-40B4-BE49-F238E27FC236}">
                <a16:creationId xmlns:a16="http://schemas.microsoft.com/office/drawing/2014/main" id="{9747E95D-109C-4B98-8117-B3F4D02731F7}"/>
              </a:ext>
            </a:extLst>
          </p:cNvPr>
          <p:cNvSpPr>
            <a:spLocks xmlns:a="http://schemas.openxmlformats.org/drawingml/2006/main" noGrp="1"/>
          </p:cNvSpPr>
          <p:nvPr/>
        </p:nvSpPr>
        <p:spPr>
          <a:xfrm xmlns:a="http://schemas.openxmlformats.org/drawingml/2006/main">
            <a:off x="566928" y="658368"/>
            <a:ext cx="11055096"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95000"/>
              </a:lnSpc>
              <a:buNone/>
              <a:defRPr sz="3450" b="1">
                <a:solidFill>
                  <a:srgbClr val="1E3A8A"/>
                </a:solidFill>
                <a:latin typeface="Poppins"/>
                <a:ea typeface="Poppins"/>
                <a:cs typeface="Poppins"/>
              </a:defRPr>
            </a:pPr>
            <a:r>
              <a:rPr sz="3450" b="1">
                <a:solidFill>
                  <a:srgbClr val="1E3A8A"/>
                </a:solidFill>
                <a:latin typeface="Poppins"/>
                <a:ea typeface="Poppins"/>
                <a:cs typeface="Poppins"/>
              </a:rPr>
              <a:t>What the ATS is</a:t>
            </a:r>
            <a:endParaRPr sz="3400"/>
          </a:p>
        </p:txBody>
      </p:sp>
      <p:sp>
        <p:nvSpPr>
          <p:cNvPr id="4" name="Text 2">
            <a:extLst xmlns:a="http://schemas.openxmlformats.org/drawingml/2006/main">
              <a:ext uri="{FF2B5EF4-FFF2-40B4-BE49-F238E27FC236}">
                <a16:creationId xmlns:a16="http://schemas.microsoft.com/office/drawing/2014/main" id="{1192CA7A-86E6-441B-A550-4B02AA36F079}"/>
              </a:ext>
            </a:extLst>
          </p:cNvPr>
          <p:cNvSpPr>
            <a:spLocks xmlns:a="http://schemas.openxmlformats.org/drawingml/2006/main" noGrp="1"/>
          </p:cNvSpPr>
          <p:nvPr/>
        </p:nvSpPr>
        <p:spPr>
          <a:xfrm xmlns:a="http://schemas.openxmlformats.org/drawingml/2006/main">
            <a:off x="566928" y="1536192"/>
            <a:ext cx="640080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defRPr sz="1350">
                <a:solidFill>
                  <a:srgbClr val="374151"/>
                </a:solidFill>
                <a:latin typeface="Segoe UI"/>
                <a:ea typeface="Segoe UI"/>
                <a:cs typeface="Segoe UI"/>
              </a:defRPr>
            </a:pPr>
            <a:r>
              <a:rPr sz="1350">
                <a:solidFill>
                  <a:srgbClr val="374151"/>
                </a:solidFill>
                <a:latin typeface="Segoe UI"/>
                <a:ea typeface="Segoe UI"/>
                <a:cs typeface="Segoe UI"/>
              </a:rPr>
              <a:t>The Assignment Tracking System (ATS) is a secure, in-house web application that records every letter the Ministry receives or sends, converts it into a traceable assignment, and follows that assignment through delegation, action, review and filing.</a:t>
            </a:r>
            <a:endParaRPr sz="1500"/>
          </a:p>
        </p:txBody>
      </p:sp>
      <p:sp>
        <p:nvSpPr>
          <p:cNvPr id="5" name="Text 3">
            <a:extLst xmlns:a="http://schemas.openxmlformats.org/drawingml/2006/main">
              <a:ext uri="{FF2B5EF4-FFF2-40B4-BE49-F238E27FC236}">
                <a16:creationId xmlns:a16="http://schemas.microsoft.com/office/drawing/2014/main" id="{C83B2457-01E1-4CB7-8318-0B4F37817F2E}"/>
              </a:ext>
            </a:extLst>
          </p:cNvPr>
          <p:cNvSpPr>
            <a:spLocks xmlns:a="http://schemas.openxmlformats.org/drawingml/2006/main" noGrp="1"/>
          </p:cNvSpPr>
          <p:nvPr/>
        </p:nvSpPr>
        <p:spPr>
          <a:xfrm xmlns:a="http://schemas.openxmlformats.org/drawingml/2006/main">
            <a:off x="566928" y="2880360"/>
            <a:ext cx="64008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350" b="1" i="1">
                <a:solidFill>
                  <a:srgbClr val="155DFC"/>
                </a:solidFill>
                <a:latin typeface="Segoe UI"/>
                <a:ea typeface="Segoe UI"/>
                <a:cs typeface="Segoe UI"/>
              </a:defRPr>
            </a:pPr>
            <a:r>
              <a:rPr sz="1350" b="1" i="1">
                <a:solidFill>
                  <a:srgbClr val="155DFC"/>
                </a:solidFill>
                <a:latin typeface="Segoe UI"/>
                <a:ea typeface="Segoe UI"/>
                <a:cs typeface="Segoe UI"/>
              </a:rPr>
              <a:t>In short: nothing gets lost, and everyone can see where a matter has reached.</a:t>
            </a:r>
            <a:endParaRPr sz="1500"/>
          </a:p>
        </p:txBody>
      </p:sp>
      <p:sp>
        <p:nvSpPr>
          <p:cNvPr id="6" name="Text 4">
            <a:extLst xmlns:a="http://schemas.openxmlformats.org/drawingml/2006/main">
              <a:ext uri="{FF2B5EF4-FFF2-40B4-BE49-F238E27FC236}">
                <a16:creationId xmlns:a16="http://schemas.microsoft.com/office/drawing/2014/main" id="{BCD6A996-733C-4907-99CD-17AE1B00FEE9}"/>
              </a:ext>
            </a:extLst>
          </p:cNvPr>
          <p:cNvSpPr>
            <a:spLocks xmlns:a="http://schemas.openxmlformats.org/drawingml/2006/main" noGrp="1"/>
          </p:cNvSpPr>
          <p:nvPr/>
        </p:nvSpPr>
        <p:spPr>
          <a:xfrm xmlns:a="http://schemas.openxmlformats.org/drawingml/2006/main">
            <a:off x="566928" y="3529584"/>
            <a:ext cx="30632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050" b="1">
                <a:solidFill>
                  <a:srgbClr val="64748B"/>
                </a:solidFill>
                <a:latin typeface="Poppins"/>
                <a:ea typeface="Poppins"/>
                <a:cs typeface="Poppins"/>
              </a:defRPr>
            </a:pPr>
            <a:r>
              <a:rPr sz="1050" b="1">
                <a:solidFill>
                  <a:srgbClr val="64748B"/>
                </a:solidFill>
                <a:latin typeface="Poppins"/>
                <a:ea typeface="Poppins"/>
                <a:cs typeface="Poppins"/>
              </a:rPr>
              <a:t>THE OLD WAY</a:t>
            </a:r>
            <a:endParaRPr sz="1100"/>
          </a:p>
        </p:txBody>
      </p:sp>
      <p:sp>
        <p:nvSpPr>
          <p:cNvPr id="7" name="Text 5">
            <a:extLst xmlns:a="http://schemas.openxmlformats.org/drawingml/2006/main">
              <a:ext uri="{FF2B5EF4-FFF2-40B4-BE49-F238E27FC236}">
                <a16:creationId xmlns:a16="http://schemas.microsoft.com/office/drawing/2014/main" id="{201ADE23-491A-472E-8958-9345DE6A7B80}"/>
              </a:ext>
            </a:extLst>
          </p:cNvPr>
          <p:cNvSpPr>
            <a:spLocks xmlns:a="http://schemas.openxmlformats.org/drawingml/2006/main" noGrp="1"/>
          </p:cNvSpPr>
          <p:nvPr/>
        </p:nvSpPr>
        <p:spPr>
          <a:xfrm xmlns:a="http://schemas.openxmlformats.org/drawingml/2006/main">
            <a:off x="3813048" y="3529584"/>
            <a:ext cx="31546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050" b="1">
                <a:solidFill>
                  <a:srgbClr val="155DFC"/>
                </a:solidFill>
                <a:latin typeface="Poppins"/>
                <a:ea typeface="Poppins"/>
                <a:cs typeface="Poppins"/>
              </a:defRPr>
            </a:pPr>
            <a:r>
              <a:rPr sz="1050" b="1">
                <a:solidFill>
                  <a:srgbClr val="155DFC"/>
                </a:solidFill>
                <a:latin typeface="Poppins"/>
                <a:ea typeface="Poppins"/>
                <a:cs typeface="Poppins"/>
              </a:rPr>
              <a:t>WITH THE ATS</a:t>
            </a:r>
            <a:endParaRPr sz="1100"/>
          </a:p>
        </p:txBody>
      </p:sp>
      <p:sp>
        <p:nvSpPr>
          <p:cNvPr id="8" name="Shape 6">
            <a:extLst xmlns:a="http://schemas.openxmlformats.org/drawingml/2006/main">
              <a:ext uri="{FF2B5EF4-FFF2-40B4-BE49-F238E27FC236}">
                <a16:creationId xmlns:a16="http://schemas.microsoft.com/office/drawing/2014/main" id="{97B2FE33-85FE-4D21-97B5-4BCC49F807E8}"/>
              </a:ext>
            </a:extLst>
          </p:cNvPr>
          <p:cNvSpPr>
            <a:spLocks xmlns:a="http://schemas.openxmlformats.org/drawingml/2006/main" noGrp="1"/>
          </p:cNvSpPr>
          <p:nvPr/>
        </p:nvSpPr>
        <p:spPr>
          <a:xfrm xmlns:a="http://schemas.openxmlformats.org/drawingml/2006/main">
            <a:off x="566928" y="3822192"/>
            <a:ext cx="3063240" cy="548640"/>
          </a:xfrm>
          <a:prstGeom xmlns:a="http://schemas.openxmlformats.org/drawingml/2006/main" prst="roundRect">
            <a:avLst>
              <a:gd name="adj" fmla="val 10000"/>
            </a:avLst>
          </a:prstGeom>
          <a:solidFill xmlns:a="http://schemas.openxmlformats.org/drawingml/2006/main">
            <a:srgbClr val="FFFEFB"/>
          </a:solidFill>
          <a:ln xmlns:a="http://schemas.openxmlformats.org/drawingml/2006/main" w="9525">
            <a:solidFill>
              <a:srgbClr val="E8E4DA"/>
            </a:solidFill>
            <a:prstDash val="solid"/>
          </a:ln>
        </p:spPr>
      </p:sp>
      <p:sp>
        <p:nvSpPr>
          <p:cNvPr id="9" name="Text 7">
            <a:extLst xmlns:a="http://schemas.openxmlformats.org/drawingml/2006/main">
              <a:ext uri="{FF2B5EF4-FFF2-40B4-BE49-F238E27FC236}">
                <a16:creationId xmlns:a16="http://schemas.microsoft.com/office/drawing/2014/main" id="{260C940B-CF1C-4DA2-BACB-52E7E5FED80E}"/>
              </a:ext>
            </a:extLst>
          </p:cNvPr>
          <p:cNvSpPr>
            <a:spLocks xmlns:a="http://schemas.openxmlformats.org/drawingml/2006/main" noGrp="1"/>
          </p:cNvSpPr>
          <p:nvPr/>
        </p:nvSpPr>
        <p:spPr>
          <a:xfrm xmlns:a="http://schemas.openxmlformats.org/drawingml/2006/main">
            <a:off x="694944" y="3822192"/>
            <a:ext cx="2807208"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defRPr sz="1050">
                <a:solidFill>
                  <a:srgbClr val="374151"/>
                </a:solidFill>
                <a:latin typeface="Segoe UI"/>
                <a:ea typeface="Segoe UI"/>
                <a:cs typeface="Segoe UI"/>
              </a:defRPr>
            </a:pPr>
            <a:r>
              <a:rPr sz="1050">
                <a:solidFill>
                  <a:srgbClr val="374151"/>
                </a:solidFill>
                <a:latin typeface="Segoe UI"/>
                <a:ea typeface="Segoe UI"/>
                <a:cs typeface="Segoe UI"/>
              </a:rPr>
              <a:t>Letters tracked in paper books and personal files</a:t>
            </a:r>
            <a:endParaRPr sz="1050"/>
          </a:p>
        </p:txBody>
      </p:sp>
      <p:sp>
        <p:nvSpPr>
          <p:cNvPr id="10" name="Shape 8">
            <a:extLst xmlns:a="http://schemas.openxmlformats.org/drawingml/2006/main">
              <a:ext uri="{FF2B5EF4-FFF2-40B4-BE49-F238E27FC236}">
                <a16:creationId xmlns:a16="http://schemas.microsoft.com/office/drawing/2014/main" id="{A5B66909-41AE-439B-93BE-6F737617DD7F}"/>
              </a:ext>
            </a:extLst>
          </p:cNvPr>
          <p:cNvSpPr>
            <a:spLocks xmlns:a="http://schemas.openxmlformats.org/drawingml/2006/main" noGrp="1"/>
          </p:cNvSpPr>
          <p:nvPr/>
        </p:nvSpPr>
        <p:spPr>
          <a:xfrm xmlns:a="http://schemas.openxmlformats.org/drawingml/2006/main">
            <a:off x="3813048" y="3822192"/>
            <a:ext cx="3154680" cy="548640"/>
          </a:xfrm>
          <a:prstGeom xmlns:a="http://schemas.openxmlformats.org/drawingml/2006/main" prst="roundRect">
            <a:avLst>
              <a:gd name="adj" fmla="val 10000"/>
            </a:avLst>
          </a:prstGeom>
          <a:solidFill xmlns:a="http://schemas.openxmlformats.org/drawingml/2006/main">
            <a:srgbClr val="155DFC"/>
          </a:solidFill>
          <a:ln xmlns:a="http://schemas.openxmlformats.org/drawingml/2006/main" w="9525">
            <a:solidFill>
              <a:srgbClr val="155DFC"/>
            </a:solidFill>
            <a:prstDash val="solid"/>
          </a:ln>
        </p:spPr>
      </p:sp>
      <p:sp>
        <p:nvSpPr>
          <p:cNvPr id="11" name="Text 9">
            <a:extLst xmlns:a="http://schemas.openxmlformats.org/drawingml/2006/main">
              <a:ext uri="{FF2B5EF4-FFF2-40B4-BE49-F238E27FC236}">
                <a16:creationId xmlns:a16="http://schemas.microsoft.com/office/drawing/2014/main" id="{57E3C820-6820-45E9-A3CB-73F4305F84ED}"/>
              </a:ext>
            </a:extLst>
          </p:cNvPr>
          <p:cNvSpPr>
            <a:spLocks xmlns:a="http://schemas.openxmlformats.org/drawingml/2006/main" noGrp="1"/>
          </p:cNvSpPr>
          <p:nvPr/>
        </p:nvSpPr>
        <p:spPr>
          <a:xfrm xmlns:a="http://schemas.openxmlformats.org/drawingml/2006/main">
            <a:off x="3941064" y="3822192"/>
            <a:ext cx="2898648"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050">
                <a:solidFill>
                  <a:srgbClr val="FFFFFF"/>
                </a:solidFill>
                <a:latin typeface="Segoe UI"/>
                <a:ea typeface="Segoe UI"/>
                <a:cs typeface="Segoe UI"/>
              </a:defRPr>
            </a:pPr>
            <a:r>
              <a:rPr sz="1050">
                <a:solidFill>
                  <a:srgbClr val="FFFFFF"/>
                </a:solidFill>
                <a:latin typeface="Segoe UI"/>
                <a:ea typeface="Segoe UI"/>
                <a:cs typeface="Segoe UI"/>
              </a:rPr>
              <a:t>A single electronic registry for incoming, outgoing and filed correspondence</a:t>
            </a:r>
            <a:endParaRPr sz="1050"/>
          </a:p>
        </p:txBody>
      </p:sp>
      <p:sp>
        <p:nvSpPr>
          <p:cNvPr id="12" name="Shape 10">
            <a:extLst xmlns:a="http://schemas.openxmlformats.org/drawingml/2006/main">
              <a:ext uri="{FF2B5EF4-FFF2-40B4-BE49-F238E27FC236}">
                <a16:creationId xmlns:a16="http://schemas.microsoft.com/office/drawing/2014/main" id="{DCB0EA66-1910-43CE-AF72-4592000ADF4B}"/>
              </a:ext>
            </a:extLst>
          </p:cNvPr>
          <p:cNvSpPr>
            <a:spLocks xmlns:a="http://schemas.openxmlformats.org/drawingml/2006/main" noGrp="1"/>
          </p:cNvSpPr>
          <p:nvPr/>
        </p:nvSpPr>
        <p:spPr>
          <a:xfrm xmlns:a="http://schemas.openxmlformats.org/drawingml/2006/main">
            <a:off x="566928" y="4443984"/>
            <a:ext cx="3063240" cy="548640"/>
          </a:xfrm>
          <a:prstGeom xmlns:a="http://schemas.openxmlformats.org/drawingml/2006/main" prst="roundRect">
            <a:avLst>
              <a:gd name="adj" fmla="val 10000"/>
            </a:avLst>
          </a:prstGeom>
          <a:solidFill xmlns:a="http://schemas.openxmlformats.org/drawingml/2006/main">
            <a:srgbClr val="FFFEFB"/>
          </a:solidFill>
          <a:ln xmlns:a="http://schemas.openxmlformats.org/drawingml/2006/main" w="9525">
            <a:solidFill>
              <a:srgbClr val="E8E4DA"/>
            </a:solidFill>
            <a:prstDash val="solid"/>
          </a:ln>
        </p:spPr>
      </p:sp>
      <p:sp>
        <p:nvSpPr>
          <p:cNvPr id="13" name="Text 11">
            <a:extLst xmlns:a="http://schemas.openxmlformats.org/drawingml/2006/main">
              <a:ext uri="{FF2B5EF4-FFF2-40B4-BE49-F238E27FC236}">
                <a16:creationId xmlns:a16="http://schemas.microsoft.com/office/drawing/2014/main" id="{E6D6FA07-8E67-44E0-A860-E871DC3FF03E}"/>
              </a:ext>
            </a:extLst>
          </p:cNvPr>
          <p:cNvSpPr>
            <a:spLocks xmlns:a="http://schemas.openxmlformats.org/drawingml/2006/main" noGrp="1"/>
          </p:cNvSpPr>
          <p:nvPr/>
        </p:nvSpPr>
        <p:spPr>
          <a:xfrm xmlns:a="http://schemas.openxmlformats.org/drawingml/2006/main">
            <a:off x="694944" y="4443984"/>
            <a:ext cx="2807208"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defRPr sz="1050">
                <a:solidFill>
                  <a:srgbClr val="374151"/>
                </a:solidFill>
                <a:latin typeface="Segoe UI"/>
                <a:ea typeface="Segoe UI"/>
                <a:cs typeface="Segoe UI"/>
              </a:defRPr>
            </a:pPr>
            <a:r>
              <a:rPr sz="1050">
                <a:solidFill>
                  <a:srgbClr val="374151"/>
                </a:solidFill>
                <a:latin typeface="Segoe UI"/>
                <a:ea typeface="Segoe UI"/>
                <a:cs typeface="Segoe UI"/>
              </a:rPr>
              <a:t>"Who is handling this?" answered by phone calls</a:t>
            </a:r>
            <a:endParaRPr sz="1050"/>
          </a:p>
        </p:txBody>
      </p:sp>
      <p:sp>
        <p:nvSpPr>
          <p:cNvPr id="14" name="Shape 12">
            <a:extLst xmlns:a="http://schemas.openxmlformats.org/drawingml/2006/main">
              <a:ext uri="{FF2B5EF4-FFF2-40B4-BE49-F238E27FC236}">
                <a16:creationId xmlns:a16="http://schemas.microsoft.com/office/drawing/2014/main" id="{81EB722E-793D-49B1-B99B-A6703D260E2A}"/>
              </a:ext>
            </a:extLst>
          </p:cNvPr>
          <p:cNvSpPr>
            <a:spLocks xmlns:a="http://schemas.openxmlformats.org/drawingml/2006/main" noGrp="1"/>
          </p:cNvSpPr>
          <p:nvPr/>
        </p:nvSpPr>
        <p:spPr>
          <a:xfrm xmlns:a="http://schemas.openxmlformats.org/drawingml/2006/main">
            <a:off x="3813048" y="4443984"/>
            <a:ext cx="3154680" cy="548640"/>
          </a:xfrm>
          <a:prstGeom xmlns:a="http://schemas.openxmlformats.org/drawingml/2006/main" prst="roundRect">
            <a:avLst>
              <a:gd name="adj" fmla="val 10000"/>
            </a:avLst>
          </a:prstGeom>
          <a:solidFill xmlns:a="http://schemas.openxmlformats.org/drawingml/2006/main">
            <a:srgbClr val="155DFC"/>
          </a:solidFill>
          <a:ln xmlns:a="http://schemas.openxmlformats.org/drawingml/2006/main" w="9525">
            <a:solidFill>
              <a:srgbClr val="155DFC"/>
            </a:solidFill>
            <a:prstDash val="solid"/>
          </a:ln>
        </p:spPr>
      </p:sp>
      <p:sp>
        <p:nvSpPr>
          <p:cNvPr id="15" name="Text 13">
            <a:extLst xmlns:a="http://schemas.openxmlformats.org/drawingml/2006/main">
              <a:ext uri="{FF2B5EF4-FFF2-40B4-BE49-F238E27FC236}">
                <a16:creationId xmlns:a16="http://schemas.microsoft.com/office/drawing/2014/main" id="{EE12342C-EDCF-44DE-92DB-26F1373E1E56}"/>
              </a:ext>
            </a:extLst>
          </p:cNvPr>
          <p:cNvSpPr>
            <a:spLocks xmlns:a="http://schemas.openxmlformats.org/drawingml/2006/main" noGrp="1"/>
          </p:cNvSpPr>
          <p:nvPr/>
        </p:nvSpPr>
        <p:spPr>
          <a:xfrm xmlns:a="http://schemas.openxmlformats.org/drawingml/2006/main">
            <a:off x="3941064" y="4443984"/>
            <a:ext cx="2898648"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050">
                <a:solidFill>
                  <a:srgbClr val="FFFFFF"/>
                </a:solidFill>
                <a:latin typeface="Segoe UI"/>
                <a:ea typeface="Segoe UI"/>
                <a:cs typeface="Segoe UI"/>
              </a:defRPr>
            </a:pPr>
            <a:r>
              <a:rPr sz="1050">
                <a:solidFill>
                  <a:srgbClr val="FFFFFF"/>
                </a:solidFill>
                <a:latin typeface="Segoe UI"/>
                <a:ea typeface="Segoe UI"/>
                <a:cs typeface="Segoe UI"/>
              </a:rPr>
              <a:t>The delegation route and current holder are visible on screen</a:t>
            </a:r>
            <a:endParaRPr sz="1050"/>
          </a:p>
        </p:txBody>
      </p:sp>
      <p:sp>
        <p:nvSpPr>
          <p:cNvPr id="16" name="Shape 14">
            <a:extLst xmlns:a="http://schemas.openxmlformats.org/drawingml/2006/main">
              <a:ext uri="{FF2B5EF4-FFF2-40B4-BE49-F238E27FC236}">
                <a16:creationId xmlns:a16="http://schemas.microsoft.com/office/drawing/2014/main" id="{1FC8CD33-31AF-41AE-AF38-1BF76EDB4390}"/>
              </a:ext>
            </a:extLst>
          </p:cNvPr>
          <p:cNvSpPr>
            <a:spLocks xmlns:a="http://schemas.openxmlformats.org/drawingml/2006/main" noGrp="1"/>
          </p:cNvSpPr>
          <p:nvPr/>
        </p:nvSpPr>
        <p:spPr>
          <a:xfrm xmlns:a="http://schemas.openxmlformats.org/drawingml/2006/main">
            <a:off x="566928" y="5065776"/>
            <a:ext cx="3063240" cy="548640"/>
          </a:xfrm>
          <a:prstGeom xmlns:a="http://schemas.openxmlformats.org/drawingml/2006/main" prst="roundRect">
            <a:avLst>
              <a:gd name="adj" fmla="val 10000"/>
            </a:avLst>
          </a:prstGeom>
          <a:solidFill xmlns:a="http://schemas.openxmlformats.org/drawingml/2006/main">
            <a:srgbClr val="FFFEFB"/>
          </a:solidFill>
          <a:ln xmlns:a="http://schemas.openxmlformats.org/drawingml/2006/main" w="9525">
            <a:solidFill>
              <a:srgbClr val="E8E4DA"/>
            </a:solidFill>
            <a:prstDash val="solid"/>
          </a:ln>
        </p:spPr>
      </p:sp>
      <p:sp>
        <p:nvSpPr>
          <p:cNvPr id="17" name="Text 15">
            <a:extLst xmlns:a="http://schemas.openxmlformats.org/drawingml/2006/main">
              <a:ext uri="{FF2B5EF4-FFF2-40B4-BE49-F238E27FC236}">
                <a16:creationId xmlns:a16="http://schemas.microsoft.com/office/drawing/2014/main" id="{788155F9-4AFE-43CF-A52A-C82B392FA158}"/>
              </a:ext>
            </a:extLst>
          </p:cNvPr>
          <p:cNvSpPr>
            <a:spLocks xmlns:a="http://schemas.openxmlformats.org/drawingml/2006/main" noGrp="1"/>
          </p:cNvSpPr>
          <p:nvPr/>
        </p:nvSpPr>
        <p:spPr>
          <a:xfrm xmlns:a="http://schemas.openxmlformats.org/drawingml/2006/main">
            <a:off x="694944" y="5065776"/>
            <a:ext cx="2807208"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defRPr sz="1050">
                <a:solidFill>
                  <a:srgbClr val="374151"/>
                </a:solidFill>
                <a:latin typeface="Segoe UI"/>
                <a:ea typeface="Segoe UI"/>
                <a:cs typeface="Segoe UI"/>
              </a:defRPr>
            </a:pPr>
            <a:r>
              <a:rPr sz="1050">
                <a:solidFill>
                  <a:srgbClr val="374151"/>
                </a:solidFill>
                <a:latin typeface="Segoe UI"/>
                <a:ea typeface="Segoe UI"/>
                <a:cs typeface="Segoe UI"/>
              </a:rPr>
              <a:t>Deadlines remembered by individuals</a:t>
            </a:r>
            <a:endParaRPr sz="1050"/>
          </a:p>
        </p:txBody>
      </p:sp>
      <p:sp>
        <p:nvSpPr>
          <p:cNvPr id="18" name="Shape 16">
            <a:extLst xmlns:a="http://schemas.openxmlformats.org/drawingml/2006/main">
              <a:ext uri="{FF2B5EF4-FFF2-40B4-BE49-F238E27FC236}">
                <a16:creationId xmlns:a16="http://schemas.microsoft.com/office/drawing/2014/main" id="{A6C9C9A8-DF06-4FB1-981C-6B27FB9D0472}"/>
              </a:ext>
            </a:extLst>
          </p:cNvPr>
          <p:cNvSpPr>
            <a:spLocks xmlns:a="http://schemas.openxmlformats.org/drawingml/2006/main" noGrp="1"/>
          </p:cNvSpPr>
          <p:nvPr/>
        </p:nvSpPr>
        <p:spPr>
          <a:xfrm xmlns:a="http://schemas.openxmlformats.org/drawingml/2006/main">
            <a:off x="3813048" y="5065776"/>
            <a:ext cx="3154680" cy="548640"/>
          </a:xfrm>
          <a:prstGeom xmlns:a="http://schemas.openxmlformats.org/drawingml/2006/main" prst="roundRect">
            <a:avLst>
              <a:gd name="adj" fmla="val 10000"/>
            </a:avLst>
          </a:prstGeom>
          <a:solidFill xmlns:a="http://schemas.openxmlformats.org/drawingml/2006/main">
            <a:srgbClr val="155DFC"/>
          </a:solidFill>
          <a:ln xmlns:a="http://schemas.openxmlformats.org/drawingml/2006/main" w="9525">
            <a:solidFill>
              <a:srgbClr val="155DFC"/>
            </a:solidFill>
            <a:prstDash val="solid"/>
          </a:ln>
        </p:spPr>
      </p:sp>
      <p:sp>
        <p:nvSpPr>
          <p:cNvPr id="19" name="Text 17">
            <a:extLst xmlns:a="http://schemas.openxmlformats.org/drawingml/2006/main">
              <a:ext uri="{FF2B5EF4-FFF2-40B4-BE49-F238E27FC236}">
                <a16:creationId xmlns:a16="http://schemas.microsoft.com/office/drawing/2014/main" id="{27D43A63-5D3F-40C5-9C14-D87EBF3E9DE5}"/>
              </a:ext>
            </a:extLst>
          </p:cNvPr>
          <p:cNvSpPr>
            <a:spLocks xmlns:a="http://schemas.openxmlformats.org/drawingml/2006/main" noGrp="1"/>
          </p:cNvSpPr>
          <p:nvPr/>
        </p:nvSpPr>
        <p:spPr>
          <a:xfrm xmlns:a="http://schemas.openxmlformats.org/drawingml/2006/main">
            <a:off x="3941064" y="5065776"/>
            <a:ext cx="2898648"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050">
                <a:solidFill>
                  <a:srgbClr val="FFFFFF"/>
                </a:solidFill>
                <a:latin typeface="Segoe UI"/>
                <a:ea typeface="Segoe UI"/>
                <a:cs typeface="Segoe UI"/>
              </a:defRPr>
            </a:pPr>
            <a:r>
              <a:rPr sz="1050">
                <a:solidFill>
                  <a:srgbClr val="FFFFFF"/>
                </a:solidFill>
                <a:latin typeface="Segoe UI"/>
                <a:ea typeface="Segoe UI"/>
                <a:cs typeface="Segoe UI"/>
              </a:rPr>
              <a:t>Automatic reminders before and after a due date</a:t>
            </a:r>
            <a:endParaRPr sz="1050"/>
          </a:p>
        </p:txBody>
      </p:sp>
      <p:sp>
        <p:nvSpPr>
          <p:cNvPr id="20" name="Shape 18">
            <a:extLst xmlns:a="http://schemas.openxmlformats.org/drawingml/2006/main">
              <a:ext uri="{FF2B5EF4-FFF2-40B4-BE49-F238E27FC236}">
                <a16:creationId xmlns:a16="http://schemas.microsoft.com/office/drawing/2014/main" id="{8170EB6A-DB7C-421E-96D8-86A9324A8943}"/>
              </a:ext>
            </a:extLst>
          </p:cNvPr>
          <p:cNvSpPr>
            <a:spLocks xmlns:a="http://schemas.openxmlformats.org/drawingml/2006/main" noGrp="1"/>
          </p:cNvSpPr>
          <p:nvPr/>
        </p:nvSpPr>
        <p:spPr>
          <a:xfrm xmlns:a="http://schemas.openxmlformats.org/drawingml/2006/main">
            <a:off x="566928" y="5687568"/>
            <a:ext cx="3063240" cy="548640"/>
          </a:xfrm>
          <a:prstGeom xmlns:a="http://schemas.openxmlformats.org/drawingml/2006/main" prst="roundRect">
            <a:avLst>
              <a:gd name="adj" fmla="val 10000"/>
            </a:avLst>
          </a:prstGeom>
          <a:solidFill xmlns:a="http://schemas.openxmlformats.org/drawingml/2006/main">
            <a:srgbClr val="FFFEFB"/>
          </a:solidFill>
          <a:ln xmlns:a="http://schemas.openxmlformats.org/drawingml/2006/main" w="9525">
            <a:solidFill>
              <a:srgbClr val="E8E4DA"/>
            </a:solidFill>
            <a:prstDash val="solid"/>
          </a:ln>
        </p:spPr>
      </p:sp>
      <p:sp>
        <p:nvSpPr>
          <p:cNvPr id="21" name="Text 19">
            <a:extLst xmlns:a="http://schemas.openxmlformats.org/drawingml/2006/main">
              <a:ext uri="{FF2B5EF4-FFF2-40B4-BE49-F238E27FC236}">
                <a16:creationId xmlns:a16="http://schemas.microsoft.com/office/drawing/2014/main" id="{D95390C5-F15E-4DA1-9B0B-2E2258B57ADA}"/>
              </a:ext>
            </a:extLst>
          </p:cNvPr>
          <p:cNvSpPr>
            <a:spLocks xmlns:a="http://schemas.openxmlformats.org/drawingml/2006/main" noGrp="1"/>
          </p:cNvSpPr>
          <p:nvPr/>
        </p:nvSpPr>
        <p:spPr>
          <a:xfrm xmlns:a="http://schemas.openxmlformats.org/drawingml/2006/main">
            <a:off x="694944" y="5687568"/>
            <a:ext cx="2807208"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defRPr sz="1050">
                <a:solidFill>
                  <a:srgbClr val="374151"/>
                </a:solidFill>
                <a:latin typeface="Segoe UI"/>
                <a:ea typeface="Segoe UI"/>
                <a:cs typeface="Segoe UI"/>
              </a:defRPr>
            </a:pPr>
            <a:r>
              <a:rPr sz="1050">
                <a:solidFill>
                  <a:srgbClr val="374151"/>
                </a:solidFill>
                <a:latin typeface="Segoe UI"/>
                <a:ea typeface="Segoe UI"/>
                <a:cs typeface="Segoe UI"/>
              </a:rPr>
              <a:t>Reports compiled manually at month end</a:t>
            </a:r>
            <a:endParaRPr sz="1050"/>
          </a:p>
        </p:txBody>
      </p:sp>
      <p:sp>
        <p:nvSpPr>
          <p:cNvPr id="22" name="Shape 20">
            <a:extLst xmlns:a="http://schemas.openxmlformats.org/drawingml/2006/main">
              <a:ext uri="{FF2B5EF4-FFF2-40B4-BE49-F238E27FC236}">
                <a16:creationId xmlns:a16="http://schemas.microsoft.com/office/drawing/2014/main" id="{5AE2412E-1B54-4DA4-8574-DFD456789C79}"/>
              </a:ext>
            </a:extLst>
          </p:cNvPr>
          <p:cNvSpPr>
            <a:spLocks xmlns:a="http://schemas.openxmlformats.org/drawingml/2006/main" noGrp="1"/>
          </p:cNvSpPr>
          <p:nvPr/>
        </p:nvSpPr>
        <p:spPr>
          <a:xfrm xmlns:a="http://schemas.openxmlformats.org/drawingml/2006/main">
            <a:off x="3813048" y="5687568"/>
            <a:ext cx="3154680" cy="548640"/>
          </a:xfrm>
          <a:prstGeom xmlns:a="http://schemas.openxmlformats.org/drawingml/2006/main" prst="roundRect">
            <a:avLst>
              <a:gd name="adj" fmla="val 10000"/>
            </a:avLst>
          </a:prstGeom>
          <a:solidFill xmlns:a="http://schemas.openxmlformats.org/drawingml/2006/main">
            <a:srgbClr val="155DFC"/>
          </a:solidFill>
          <a:ln xmlns:a="http://schemas.openxmlformats.org/drawingml/2006/main" w="9525">
            <a:solidFill>
              <a:srgbClr val="155DFC"/>
            </a:solidFill>
            <a:prstDash val="solid"/>
          </a:ln>
        </p:spPr>
      </p:sp>
      <p:sp>
        <p:nvSpPr>
          <p:cNvPr id="23" name="Text 21">
            <a:extLst xmlns:a="http://schemas.openxmlformats.org/drawingml/2006/main">
              <a:ext uri="{FF2B5EF4-FFF2-40B4-BE49-F238E27FC236}">
                <a16:creationId xmlns:a16="http://schemas.microsoft.com/office/drawing/2014/main" id="{192FAED9-97B7-4E9B-A69E-65978DEA655B}"/>
              </a:ext>
            </a:extLst>
          </p:cNvPr>
          <p:cNvSpPr>
            <a:spLocks xmlns:a="http://schemas.openxmlformats.org/drawingml/2006/main" noGrp="1"/>
          </p:cNvSpPr>
          <p:nvPr/>
        </p:nvSpPr>
        <p:spPr>
          <a:xfrm xmlns:a="http://schemas.openxmlformats.org/drawingml/2006/main">
            <a:off x="3941064" y="5687568"/>
            <a:ext cx="2898648"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050">
                <a:solidFill>
                  <a:srgbClr val="FFFFFF"/>
                </a:solidFill>
                <a:latin typeface="Segoe UI"/>
                <a:ea typeface="Segoe UI"/>
                <a:cs typeface="Segoe UI"/>
              </a:defRPr>
            </a:pPr>
            <a:r>
              <a:rPr sz="1050">
                <a:solidFill>
                  <a:srgbClr val="FFFFFF"/>
                </a:solidFill>
                <a:latin typeface="Segoe UI"/>
                <a:ea typeface="Segoe UI"/>
                <a:cs typeface="Segoe UI"/>
              </a:rPr>
              <a:t>Live dashboards and one-click exports</a:t>
            </a:r>
            <a:endParaRPr sz="1050"/>
          </a:p>
        </p:txBody>
      </p:sp>
      <p:sp>
        <p:nvSpPr>
          <p:cNvPr id="24" name="Shape 22">
            <a:extLst xmlns:a="http://schemas.openxmlformats.org/drawingml/2006/main">
              <a:ext uri="{FF2B5EF4-FFF2-40B4-BE49-F238E27FC236}">
                <a16:creationId xmlns:a16="http://schemas.microsoft.com/office/drawing/2014/main" id="{0397EE19-5774-42B7-B7EA-9224D7D0F019}"/>
              </a:ext>
            </a:extLst>
          </p:cNvPr>
          <p:cNvSpPr>
            <a:spLocks xmlns:a="http://schemas.openxmlformats.org/drawingml/2006/main" noGrp="1"/>
          </p:cNvSpPr>
          <p:nvPr/>
        </p:nvSpPr>
        <p:spPr>
          <a:xfrm xmlns:a="http://schemas.openxmlformats.org/drawingml/2006/main">
            <a:off x="7360920" y="1536192"/>
            <a:ext cx="4261104" cy="1298448"/>
          </a:xfrm>
          <a:prstGeom xmlns:a="http://schemas.openxmlformats.org/drawingml/2006/main" prst="roundRect">
            <a:avLst>
              <a:gd name="adj" fmla="val 6338"/>
            </a:avLst>
          </a:prstGeom>
          <a:solidFill xmlns:a="http://schemas.openxmlformats.org/drawingml/2006/main">
            <a:srgbClr val="155DFC"/>
          </a:solidFill>
          <a:ln xmlns:a="http://schemas.openxmlformats.org/drawingml/2006/main" w="9525">
            <a:solidFill>
              <a:srgbClr val="155DFC"/>
            </a:solidFill>
            <a:prstDash val="solid"/>
          </a:ln>
          <a:effectLst xmlns:a="http://schemas.openxmlformats.org/drawingml/2006/main">
            <a:outerShdw blurRad="127000" dist="25400" dir="5400000" algn="bl" rotWithShape="0">
              <a:srgbClr val="9AA7B4">
                <a:alpha val="28000"/>
              </a:srgbClr>
            </a:outerShdw>
          </a:effectLst>
        </p:spPr>
      </p:sp>
      <p:sp>
        <p:nvSpPr>
          <p:cNvPr id="25" name="Text 23">
            <a:extLst xmlns:a="http://schemas.openxmlformats.org/drawingml/2006/main">
              <a:ext uri="{FF2B5EF4-FFF2-40B4-BE49-F238E27FC236}">
                <a16:creationId xmlns:a16="http://schemas.microsoft.com/office/drawing/2014/main" id="{0B117C65-299F-4B29-8CB8-932DA0E3C9E3}"/>
              </a:ext>
            </a:extLst>
          </p:cNvPr>
          <p:cNvSpPr>
            <a:spLocks xmlns:a="http://schemas.openxmlformats.org/drawingml/2006/main" noGrp="1"/>
          </p:cNvSpPr>
          <p:nvPr/>
        </p:nvSpPr>
        <p:spPr>
          <a:xfrm xmlns:a="http://schemas.openxmlformats.org/drawingml/2006/main">
            <a:off x="7607808" y="1664208"/>
            <a:ext cx="37490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3450" b="1">
                <a:solidFill>
                  <a:srgbClr val="FFFFFF"/>
                </a:solidFill>
                <a:latin typeface="Poppins"/>
                <a:ea typeface="Poppins"/>
                <a:cs typeface="Poppins"/>
              </a:defRPr>
            </a:pPr>
            <a:r>
              <a:rPr sz="3450" b="1">
                <a:solidFill>
                  <a:srgbClr val="FFFFFF"/>
                </a:solidFill>
                <a:latin typeface="Poppins"/>
                <a:ea typeface="Poppins"/>
                <a:cs typeface="Poppins"/>
              </a:rPr>
              <a:t>15 + 1</a:t>
            </a:r>
            <a:endParaRPr sz="3400"/>
          </a:p>
        </p:txBody>
      </p:sp>
      <p:sp>
        <p:nvSpPr>
          <p:cNvPr id="26" name="Text 24">
            <a:extLst xmlns:a="http://schemas.openxmlformats.org/drawingml/2006/main">
              <a:ext uri="{FF2B5EF4-FFF2-40B4-BE49-F238E27FC236}">
                <a16:creationId xmlns:a16="http://schemas.microsoft.com/office/drawing/2014/main" id="{207E0870-B8FA-442A-BB49-82D8755F5D28}"/>
              </a:ext>
            </a:extLst>
          </p:cNvPr>
          <p:cNvSpPr>
            <a:spLocks xmlns:a="http://schemas.openxmlformats.org/drawingml/2006/main" noGrp="1"/>
          </p:cNvSpPr>
          <p:nvPr/>
        </p:nvSpPr>
        <p:spPr>
          <a:xfrm xmlns:a="http://schemas.openxmlformats.org/drawingml/2006/main">
            <a:off x="7607808" y="2249424"/>
            <a:ext cx="37490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defRPr sz="1125">
                <a:solidFill>
                  <a:srgbClr val="DBE7FF"/>
                </a:solidFill>
                <a:latin typeface="Segoe UI"/>
                <a:ea typeface="Segoe UI"/>
                <a:cs typeface="Segoe UI"/>
              </a:defRPr>
            </a:pPr>
            <a:r>
              <a:rPr sz="1125">
                <a:solidFill>
                  <a:srgbClr val="DBE7FF"/>
                </a:solidFill>
                <a:latin typeface="Segoe UI"/>
                <a:ea typeface="Segoe UI"/>
                <a:cs typeface="Segoe UI"/>
              </a:rPr>
              <a:t>Departments plus the PS Office covered by one register</a:t>
            </a:r>
            <a:endParaRPr sz="1150"/>
          </a:p>
        </p:txBody>
      </p:sp>
      <p:sp>
        <p:nvSpPr>
          <p:cNvPr id="27" name="Shape 25">
            <a:extLst xmlns:a="http://schemas.openxmlformats.org/drawingml/2006/main">
              <a:ext uri="{FF2B5EF4-FFF2-40B4-BE49-F238E27FC236}">
                <a16:creationId xmlns:a16="http://schemas.microsoft.com/office/drawing/2014/main" id="{477FDF8A-E525-45C4-B05A-FC4D6976A97F}"/>
              </a:ext>
            </a:extLst>
          </p:cNvPr>
          <p:cNvSpPr>
            <a:spLocks xmlns:a="http://schemas.openxmlformats.org/drawingml/2006/main" noGrp="1"/>
          </p:cNvSpPr>
          <p:nvPr/>
        </p:nvSpPr>
        <p:spPr>
          <a:xfrm xmlns:a="http://schemas.openxmlformats.org/drawingml/2006/main">
            <a:off x="7360920" y="3054096"/>
            <a:ext cx="4261104" cy="1298448"/>
          </a:xfrm>
          <a:prstGeom xmlns:a="http://schemas.openxmlformats.org/drawingml/2006/main" prst="roundRect">
            <a:avLst>
              <a:gd name="adj" fmla="val 6338"/>
            </a:avLst>
          </a:prstGeom>
          <a:solidFill xmlns:a="http://schemas.openxmlformats.org/drawingml/2006/main">
            <a:srgbClr val="EEF4FF"/>
          </a:solidFill>
          <a:ln xmlns:a="http://schemas.openxmlformats.org/drawingml/2006/main" w="9525">
            <a:solidFill>
              <a:srgbClr val="DBE7FF"/>
            </a:solidFill>
            <a:prstDash val="solid"/>
          </a:ln>
          <a:effectLst xmlns:a="http://schemas.openxmlformats.org/drawingml/2006/main">
            <a:outerShdw blurRad="127000" dist="25400" dir="5400000" algn="bl" rotWithShape="0">
              <a:srgbClr val="9AA7B4">
                <a:alpha val="28000"/>
              </a:srgbClr>
            </a:outerShdw>
          </a:effectLst>
        </p:spPr>
      </p:sp>
      <p:sp>
        <p:nvSpPr>
          <p:cNvPr id="28" name="Text 26">
            <a:extLst xmlns:a="http://schemas.openxmlformats.org/drawingml/2006/main">
              <a:ext uri="{FF2B5EF4-FFF2-40B4-BE49-F238E27FC236}">
                <a16:creationId xmlns:a16="http://schemas.microsoft.com/office/drawing/2014/main" id="{5124B727-B805-4CE1-ABA2-8DDCADC02BD5}"/>
              </a:ext>
            </a:extLst>
          </p:cNvPr>
          <p:cNvSpPr>
            <a:spLocks xmlns:a="http://schemas.openxmlformats.org/drawingml/2006/main" noGrp="1"/>
          </p:cNvSpPr>
          <p:nvPr/>
        </p:nvSpPr>
        <p:spPr>
          <a:xfrm xmlns:a="http://schemas.openxmlformats.org/drawingml/2006/main">
            <a:off x="7607808" y="3182112"/>
            <a:ext cx="37490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3450" b="1">
                <a:solidFill>
                  <a:srgbClr val="155DFC"/>
                </a:solidFill>
                <a:latin typeface="Poppins"/>
                <a:ea typeface="Poppins"/>
                <a:cs typeface="Poppins"/>
              </a:defRPr>
            </a:pPr>
            <a:r>
              <a:rPr sz="3450" b="1">
                <a:solidFill>
                  <a:srgbClr val="155DFC"/>
                </a:solidFill>
                <a:latin typeface="Poppins"/>
                <a:ea typeface="Poppins"/>
                <a:cs typeface="Poppins"/>
              </a:rPr>
              <a:t>6</a:t>
            </a:r>
            <a:endParaRPr sz="3400"/>
          </a:p>
        </p:txBody>
      </p:sp>
      <p:sp>
        <p:nvSpPr>
          <p:cNvPr id="29" name="Text 27">
            <a:extLst xmlns:a="http://schemas.openxmlformats.org/drawingml/2006/main">
              <a:ext uri="{FF2B5EF4-FFF2-40B4-BE49-F238E27FC236}">
                <a16:creationId xmlns:a16="http://schemas.microsoft.com/office/drawing/2014/main" id="{0CFC7AEB-7DE4-4009-8CA6-C18A2A58BDA5}"/>
              </a:ext>
            </a:extLst>
          </p:cNvPr>
          <p:cNvSpPr>
            <a:spLocks xmlns:a="http://schemas.openxmlformats.org/drawingml/2006/main" noGrp="1"/>
          </p:cNvSpPr>
          <p:nvPr/>
        </p:nvSpPr>
        <p:spPr>
          <a:xfrm xmlns:a="http://schemas.openxmlformats.org/drawingml/2006/main">
            <a:off x="7607808" y="3767328"/>
            <a:ext cx="37490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defRPr sz="1125">
                <a:solidFill>
                  <a:srgbClr val="374151"/>
                </a:solidFill>
                <a:latin typeface="Segoe UI"/>
                <a:ea typeface="Segoe UI"/>
                <a:cs typeface="Segoe UI"/>
              </a:defRPr>
            </a:pPr>
            <a:r>
              <a:rPr sz="1125">
                <a:solidFill>
                  <a:srgbClr val="374151"/>
                </a:solidFill>
                <a:latin typeface="Segoe UI"/>
                <a:ea typeface="Segoe UI"/>
                <a:cs typeface="Segoe UI"/>
              </a:rPr>
              <a:t>Role types: PS, Commissioner, Secretary, Officer, Registry Clerk, Administrator</a:t>
            </a:r>
            <a:endParaRPr sz="1150"/>
          </a:p>
        </p:txBody>
      </p:sp>
      <p:sp>
        <p:nvSpPr>
          <p:cNvPr id="30" name="Shape 28">
            <a:extLst xmlns:a="http://schemas.openxmlformats.org/drawingml/2006/main">
              <a:ext uri="{FF2B5EF4-FFF2-40B4-BE49-F238E27FC236}">
                <a16:creationId xmlns:a16="http://schemas.microsoft.com/office/drawing/2014/main" id="{86341D9F-8E0D-4ABB-BDB6-3098E94DEB03}"/>
              </a:ext>
            </a:extLst>
          </p:cNvPr>
          <p:cNvSpPr>
            <a:spLocks xmlns:a="http://schemas.openxmlformats.org/drawingml/2006/main" noGrp="1"/>
          </p:cNvSpPr>
          <p:nvPr/>
        </p:nvSpPr>
        <p:spPr>
          <a:xfrm xmlns:a="http://schemas.openxmlformats.org/drawingml/2006/main">
            <a:off x="7360920" y="4572000"/>
            <a:ext cx="4261104" cy="1298448"/>
          </a:xfrm>
          <a:prstGeom xmlns:a="http://schemas.openxmlformats.org/drawingml/2006/main" prst="roundRect">
            <a:avLst>
              <a:gd name="adj" fmla="val 6338"/>
            </a:avLst>
          </a:prstGeom>
          <a:solidFill xmlns:a="http://schemas.openxmlformats.org/drawingml/2006/main">
            <a:srgbClr val="FFFEFB"/>
          </a:solidFill>
          <a:ln xmlns:a="http://schemas.openxmlformats.org/drawingml/2006/main" w="9525">
            <a:solidFill>
              <a:srgbClr val="DBE7FF"/>
            </a:solidFill>
            <a:prstDash val="solid"/>
          </a:ln>
          <a:effectLst xmlns:a="http://schemas.openxmlformats.org/drawingml/2006/main">
            <a:outerShdw blurRad="127000" dist="25400" dir="5400000" algn="bl" rotWithShape="0">
              <a:srgbClr val="9AA7B4">
                <a:alpha val="28000"/>
              </a:srgbClr>
            </a:outerShdw>
          </a:effectLst>
        </p:spPr>
      </p:sp>
      <p:sp>
        <p:nvSpPr>
          <p:cNvPr id="31" name="Text 29">
            <a:extLst xmlns:a="http://schemas.openxmlformats.org/drawingml/2006/main">
              <a:ext uri="{FF2B5EF4-FFF2-40B4-BE49-F238E27FC236}">
                <a16:creationId xmlns:a16="http://schemas.microsoft.com/office/drawing/2014/main" id="{585E54BE-68E4-4A5A-8AF6-1B3C7AEC8E58}"/>
              </a:ext>
            </a:extLst>
          </p:cNvPr>
          <p:cNvSpPr>
            <a:spLocks xmlns:a="http://schemas.openxmlformats.org/drawingml/2006/main" noGrp="1"/>
          </p:cNvSpPr>
          <p:nvPr/>
        </p:nvSpPr>
        <p:spPr>
          <a:xfrm xmlns:a="http://schemas.openxmlformats.org/drawingml/2006/main">
            <a:off x="7607808" y="4700016"/>
            <a:ext cx="37490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3450" b="1">
                <a:solidFill>
                  <a:srgbClr val="155DFC"/>
                </a:solidFill>
                <a:latin typeface="Poppins"/>
                <a:ea typeface="Poppins"/>
                <a:cs typeface="Poppins"/>
              </a:defRPr>
            </a:pPr>
            <a:r>
              <a:rPr sz="3450" b="1">
                <a:solidFill>
                  <a:srgbClr val="155DFC"/>
                </a:solidFill>
                <a:latin typeface="Poppins"/>
                <a:ea typeface="Poppins"/>
                <a:cs typeface="Poppins"/>
              </a:rPr>
              <a:t>100%</a:t>
            </a:r>
            <a:endParaRPr sz="3400"/>
          </a:p>
        </p:txBody>
      </p:sp>
      <p:sp>
        <p:nvSpPr>
          <p:cNvPr id="32" name="Text 30">
            <a:extLst xmlns:a="http://schemas.openxmlformats.org/drawingml/2006/main">
              <a:ext uri="{FF2B5EF4-FFF2-40B4-BE49-F238E27FC236}">
                <a16:creationId xmlns:a16="http://schemas.microsoft.com/office/drawing/2014/main" id="{9E695A8F-B9A3-4B3F-8CBB-CB9A9592CF18}"/>
              </a:ext>
            </a:extLst>
          </p:cNvPr>
          <p:cNvSpPr>
            <a:spLocks xmlns:a="http://schemas.openxmlformats.org/drawingml/2006/main" noGrp="1"/>
          </p:cNvSpPr>
          <p:nvPr/>
        </p:nvSpPr>
        <p:spPr>
          <a:xfrm xmlns:a="http://schemas.openxmlformats.org/drawingml/2006/main">
            <a:off x="7607808" y="5285232"/>
            <a:ext cx="37490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defRPr sz="1125">
                <a:solidFill>
                  <a:srgbClr val="374151"/>
                </a:solidFill>
                <a:latin typeface="Segoe UI"/>
                <a:ea typeface="Segoe UI"/>
                <a:cs typeface="Segoe UI"/>
              </a:defRPr>
            </a:pPr>
            <a:r>
              <a:rPr sz="1125">
                <a:solidFill>
                  <a:srgbClr val="374151"/>
                </a:solidFill>
                <a:latin typeface="Segoe UI"/>
                <a:ea typeface="Segoe UI"/>
                <a:cs typeface="Segoe UI"/>
              </a:rPr>
              <a:t>Of actions time-stamped and audit-logged</a:t>
            </a:r>
            <a:endParaRPr sz="1150"/>
          </a:p>
        </p:txBody>
      </p:sp>
    </p:spTree>
    <p:extLst>
      <p:ext uri="{BB962C8B-B14F-4D97-AF65-F5344CB8AC3E}">
        <p14:creationId xmlns:p14="http://schemas.microsoft.com/office/powerpoint/2010/main" val="1914185474"/>
      </p:ext>
    </p:extLst>
  </p:cSld>
</p:sld>
</file>

<file path=ppt/slides/slide3.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CF31951-7B76-48D0-98CF-BB61F5B5EB88}"/>
              </a:ext>
            </a:extLst>
          </p:cNvPr>
          <p:cNvSpPr>
            <a:spLocks xmlns:a="http://schemas.openxmlformats.org/drawingml/2006/main" noGrp="1"/>
          </p:cNvSpPr>
          <p:nvPr/>
        </p:nvSpPr>
        <p:spPr>
          <a:xfrm xmlns:a="http://schemas.openxmlformats.org/drawingml/2006/main">
            <a:off x="566928" y="384048"/>
            <a:ext cx="8229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125" b="1">
                <a:solidFill>
                  <a:srgbClr val="155DFC"/>
                </a:solidFill>
                <a:latin typeface="Poppins"/>
                <a:ea typeface="Poppins"/>
                <a:cs typeface="Poppins"/>
              </a:defRPr>
            </a:pPr>
            <a:r>
              <a:rPr sz="1125" b="1">
                <a:solidFill>
                  <a:srgbClr val="155DFC"/>
                </a:solidFill>
                <a:latin typeface="Poppins"/>
                <a:ea typeface="Poppins"/>
                <a:cs typeface="Poppins"/>
              </a:rPr>
              <a:t>HOW IT WORKS</a:t>
            </a:r>
            <a:endParaRPr sz="1200"/>
          </a:p>
        </p:txBody>
      </p:sp>
      <p:sp>
        <p:nvSpPr>
          <p:cNvPr id="3" name="Text 1">
            <a:extLst xmlns:a="http://schemas.openxmlformats.org/drawingml/2006/main">
              <a:ext uri="{FF2B5EF4-FFF2-40B4-BE49-F238E27FC236}">
                <a16:creationId xmlns:a16="http://schemas.microsoft.com/office/drawing/2014/main" id="{7BE270DC-3358-423C-AA6E-E3B83BD62068}"/>
              </a:ext>
            </a:extLst>
          </p:cNvPr>
          <p:cNvSpPr>
            <a:spLocks xmlns:a="http://schemas.openxmlformats.org/drawingml/2006/main" noGrp="1"/>
          </p:cNvSpPr>
          <p:nvPr/>
        </p:nvSpPr>
        <p:spPr>
          <a:xfrm xmlns:a="http://schemas.openxmlformats.org/drawingml/2006/main">
            <a:off x="566928" y="658368"/>
            <a:ext cx="11055096"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95000"/>
              </a:lnSpc>
              <a:buNone/>
              <a:defRPr sz="3450" b="1">
                <a:solidFill>
                  <a:srgbClr val="1E3A8A"/>
                </a:solidFill>
                <a:latin typeface="Poppins"/>
                <a:ea typeface="Poppins"/>
                <a:cs typeface="Poppins"/>
              </a:defRPr>
            </a:pPr>
            <a:r>
              <a:rPr sz="3450" b="1">
                <a:solidFill>
                  <a:srgbClr val="1E3A8A"/>
                </a:solidFill>
                <a:latin typeface="Poppins"/>
                <a:ea typeface="Poppins"/>
                <a:cs typeface="Poppins"/>
              </a:rPr>
              <a:t>What it does: the life of one letter</a:t>
            </a:r>
            <a:endParaRPr sz="3400"/>
          </a:p>
        </p:txBody>
      </p:sp>
      <p:sp>
        <p:nvSpPr>
          <p:cNvPr id="4" name="Text 2">
            <a:extLst xmlns:a="http://schemas.openxmlformats.org/drawingml/2006/main">
              <a:ext uri="{FF2B5EF4-FFF2-40B4-BE49-F238E27FC236}">
                <a16:creationId xmlns:a16="http://schemas.microsoft.com/office/drawing/2014/main" id="{40D08607-3B19-49D2-9AFE-14ACB5A7C01F}"/>
              </a:ext>
            </a:extLst>
          </p:cNvPr>
          <p:cNvSpPr>
            <a:spLocks xmlns:a="http://schemas.openxmlformats.org/drawingml/2006/main" noGrp="1"/>
          </p:cNvSpPr>
          <p:nvPr/>
        </p:nvSpPr>
        <p:spPr>
          <a:xfrm xmlns:a="http://schemas.openxmlformats.org/drawingml/2006/main">
            <a:off x="566928" y="1417320"/>
            <a:ext cx="10058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defRPr sz="1275">
                <a:solidFill>
                  <a:srgbClr val="374151"/>
                </a:solidFill>
                <a:latin typeface="Segoe UI"/>
                <a:ea typeface="Segoe UI"/>
                <a:cs typeface="Segoe UI"/>
              </a:defRPr>
            </a:pPr>
            <a:r>
              <a:rPr sz="1275">
                <a:solidFill>
                  <a:srgbClr val="374151"/>
                </a:solidFill>
                <a:latin typeface="Segoe UI"/>
                <a:ea typeface="Segoe UI"/>
                <a:cs typeface="Segoe UI"/>
              </a:rPr>
              <a:t>Every item follows the same six stages, and the system records who did what, when, at each stage.</a:t>
            </a:r>
            <a:endParaRPr sz="1400"/>
          </a:p>
        </p:txBody>
      </p:sp>
      <p:sp>
        <p:nvSpPr>
          <p:cNvPr id="5" name="Shape 3">
            <a:extLst xmlns:a="http://schemas.openxmlformats.org/drawingml/2006/main">
              <a:ext uri="{FF2B5EF4-FFF2-40B4-BE49-F238E27FC236}">
                <a16:creationId xmlns:a16="http://schemas.microsoft.com/office/drawing/2014/main" id="{A0BF2715-6849-4B2C-9E87-3E52677CFB08}"/>
              </a:ext>
            </a:extLst>
          </p:cNvPr>
          <p:cNvSpPr>
            <a:spLocks xmlns:a="http://schemas.openxmlformats.org/drawingml/2006/main" noGrp="1"/>
          </p:cNvSpPr>
          <p:nvPr/>
        </p:nvSpPr>
        <p:spPr>
          <a:xfrm xmlns:a="http://schemas.openxmlformats.org/drawingml/2006/main">
            <a:off x="566928" y="1956816"/>
            <a:ext cx="3529584" cy="1572768"/>
          </a:xfrm>
          <a:prstGeom xmlns:a="http://schemas.openxmlformats.org/drawingml/2006/main" prst="roundRect">
            <a:avLst>
              <a:gd name="adj" fmla="val 5233"/>
            </a:avLst>
          </a:prstGeom>
          <a:solidFill xmlns:a="http://schemas.openxmlformats.org/drawingml/2006/main">
            <a:srgbClr val="FFFEFB"/>
          </a:solidFill>
          <a:ln xmlns:a="http://schemas.openxmlformats.org/drawingml/2006/main" w="9525">
            <a:solidFill>
              <a:srgbClr val="DBE7FF"/>
            </a:solidFill>
            <a:prstDash val="solid"/>
          </a:ln>
          <a:effectLst xmlns:a="http://schemas.openxmlformats.org/drawingml/2006/main">
            <a:outerShdw blurRad="127000" dist="25400" dir="5400000" algn="bl" rotWithShape="0">
              <a:srgbClr val="9AA7B4">
                <a:alpha val="28000"/>
              </a:srgbClr>
            </a:outerShdw>
          </a:effectLst>
        </p:spPr>
      </p:sp>
      <p:sp>
        <p:nvSpPr>
          <p:cNvPr id="6" name="Shape 4">
            <a:extLst xmlns:a="http://schemas.openxmlformats.org/drawingml/2006/main">
              <a:ext uri="{FF2B5EF4-FFF2-40B4-BE49-F238E27FC236}">
                <a16:creationId xmlns:a16="http://schemas.microsoft.com/office/drawing/2014/main" id="{BB2C6740-0A2A-4B14-876A-28C1CBE4DE7C}"/>
              </a:ext>
            </a:extLst>
          </p:cNvPr>
          <p:cNvSpPr>
            <a:spLocks xmlns:a="http://schemas.openxmlformats.org/drawingml/2006/main" noGrp="1"/>
          </p:cNvSpPr>
          <p:nvPr/>
        </p:nvSpPr>
        <p:spPr>
          <a:xfrm xmlns:a="http://schemas.openxmlformats.org/drawingml/2006/main">
            <a:off x="786384" y="2176272"/>
            <a:ext cx="420624" cy="420624"/>
          </a:xfrm>
          <a:prstGeom xmlns:a="http://schemas.openxmlformats.org/drawingml/2006/main" prst="ellipse">
            <a:avLst/>
          </a:prstGeom>
          <a:solidFill xmlns:a="http://schemas.openxmlformats.org/drawingml/2006/main">
            <a:srgbClr val="155DFC"/>
          </a:solidFill>
          <a:ln xmlns:a="http://schemas.openxmlformats.org/drawingml/2006/main" w="0">
            <a:solidFill>
              <a:srgbClr val="155DFC"/>
            </a:solidFill>
            <a:prstDash val="solid"/>
          </a:ln>
        </p:spPr>
      </p:sp>
      <p:sp>
        <p:nvSpPr>
          <p:cNvPr id="7" name="Text 5">
            <a:extLst xmlns:a="http://schemas.openxmlformats.org/drawingml/2006/main">
              <a:ext uri="{FF2B5EF4-FFF2-40B4-BE49-F238E27FC236}">
                <a16:creationId xmlns:a16="http://schemas.microsoft.com/office/drawing/2014/main" id="{3FDED658-1D71-4CE9-BB17-A4260DB3BD03}"/>
              </a:ext>
            </a:extLst>
          </p:cNvPr>
          <p:cNvSpPr>
            <a:spLocks xmlns:a="http://schemas.openxmlformats.org/drawingml/2006/main" noGrp="1"/>
          </p:cNvSpPr>
          <p:nvPr/>
        </p:nvSpPr>
        <p:spPr>
          <a:xfrm xmlns:a="http://schemas.openxmlformats.org/drawingml/2006/main">
            <a:off x="786384" y="2176272"/>
            <a:ext cx="420624"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defRPr sz="1200" b="1">
                <a:solidFill>
                  <a:srgbClr val="FFFFFF"/>
                </a:solidFill>
                <a:latin typeface="Poppins"/>
                <a:ea typeface="Poppins"/>
                <a:cs typeface="Poppins"/>
              </a:defRPr>
            </a:pPr>
            <a:r>
              <a:rPr sz="1200" b="1">
                <a:solidFill>
                  <a:srgbClr val="FFFFFF"/>
                </a:solidFill>
                <a:latin typeface="Poppins"/>
                <a:ea typeface="Poppins"/>
                <a:cs typeface="Poppins"/>
              </a:rPr>
              <a:t>1</a:t>
            </a:r>
            <a:endParaRPr sz="1500"/>
          </a:p>
        </p:txBody>
      </p:sp>
      <p:sp>
        <p:nvSpPr>
          <p:cNvPr id="8" name="Text 6">
            <a:extLst xmlns:a="http://schemas.openxmlformats.org/drawingml/2006/main">
              <a:ext uri="{FF2B5EF4-FFF2-40B4-BE49-F238E27FC236}">
                <a16:creationId xmlns:a16="http://schemas.microsoft.com/office/drawing/2014/main" id="{37E256EC-F040-4EE6-AE2F-4D8815F83B93}"/>
              </a:ext>
            </a:extLst>
          </p:cNvPr>
          <p:cNvSpPr>
            <a:spLocks xmlns:a="http://schemas.openxmlformats.org/drawingml/2006/main" noGrp="1"/>
          </p:cNvSpPr>
          <p:nvPr/>
        </p:nvSpPr>
        <p:spPr>
          <a:xfrm xmlns:a="http://schemas.openxmlformats.org/drawingml/2006/main">
            <a:off x="1316736" y="2194560"/>
            <a:ext cx="256032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350" b="1">
                <a:solidFill>
                  <a:srgbClr val="1E3A8A"/>
                </a:solidFill>
                <a:latin typeface="Poppins"/>
                <a:ea typeface="Poppins"/>
                <a:cs typeface="Poppins"/>
              </a:defRPr>
            </a:pPr>
            <a:r>
              <a:rPr sz="1350" b="1">
                <a:solidFill>
                  <a:srgbClr val="1E3A8A"/>
                </a:solidFill>
                <a:latin typeface="Poppins"/>
                <a:ea typeface="Poppins"/>
                <a:cs typeface="Poppins"/>
              </a:rPr>
              <a:t>Receive &amp; register</a:t>
            </a:r>
            <a:endParaRPr sz="1500"/>
          </a:p>
        </p:txBody>
      </p:sp>
      <p:sp>
        <p:nvSpPr>
          <p:cNvPr id="9" name="Text 7">
            <a:extLst xmlns:a="http://schemas.openxmlformats.org/drawingml/2006/main">
              <a:ext uri="{FF2B5EF4-FFF2-40B4-BE49-F238E27FC236}">
                <a16:creationId xmlns:a16="http://schemas.microsoft.com/office/drawing/2014/main" id="{E348E540-0735-49E7-9EAB-464621C02331}"/>
              </a:ext>
            </a:extLst>
          </p:cNvPr>
          <p:cNvSpPr>
            <a:spLocks xmlns:a="http://schemas.openxmlformats.org/drawingml/2006/main" noGrp="1"/>
          </p:cNvSpPr>
          <p:nvPr/>
        </p:nvSpPr>
        <p:spPr>
          <a:xfrm xmlns:a="http://schemas.openxmlformats.org/drawingml/2006/main">
            <a:off x="786384" y="2706624"/>
            <a:ext cx="3090672"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defRPr sz="1050">
                <a:solidFill>
                  <a:srgbClr val="374151"/>
                </a:solidFill>
                <a:latin typeface="Segoe UI"/>
                <a:ea typeface="Segoe UI"/>
                <a:cs typeface="Segoe UI"/>
              </a:defRPr>
            </a:pPr>
            <a:r>
              <a:rPr sz="1050">
                <a:solidFill>
                  <a:srgbClr val="374151"/>
                </a:solidFill>
                <a:latin typeface="Segoe UI"/>
                <a:ea typeface="Segoe UI"/>
                <a:cs typeface="Segoe UI"/>
              </a:rPr>
              <a:t>The registry captures the letter, reference, sender, subject, date and scanned attachment.</a:t>
            </a:r>
            <a:endParaRPr sz="1150"/>
          </a:p>
        </p:txBody>
      </p:sp>
      <p:sp>
        <p:nvSpPr>
          <p:cNvPr id="10" name="Shape 8">
            <a:extLst xmlns:a="http://schemas.openxmlformats.org/drawingml/2006/main">
              <a:ext uri="{FF2B5EF4-FFF2-40B4-BE49-F238E27FC236}">
                <a16:creationId xmlns:a16="http://schemas.microsoft.com/office/drawing/2014/main" id="{55EE6511-A2A9-4E00-85CD-9FBA3739E895}"/>
              </a:ext>
            </a:extLst>
          </p:cNvPr>
          <p:cNvSpPr>
            <a:spLocks xmlns:a="http://schemas.openxmlformats.org/drawingml/2006/main" noGrp="1"/>
          </p:cNvSpPr>
          <p:nvPr/>
        </p:nvSpPr>
        <p:spPr>
          <a:xfrm xmlns:a="http://schemas.openxmlformats.org/drawingml/2006/main">
            <a:off x="4352544" y="1956816"/>
            <a:ext cx="3529584" cy="1572768"/>
          </a:xfrm>
          <a:prstGeom xmlns:a="http://schemas.openxmlformats.org/drawingml/2006/main" prst="roundRect">
            <a:avLst>
              <a:gd name="adj" fmla="val 5233"/>
            </a:avLst>
          </a:prstGeom>
          <a:solidFill xmlns:a="http://schemas.openxmlformats.org/drawingml/2006/main">
            <a:srgbClr val="FFFEFB"/>
          </a:solidFill>
          <a:ln xmlns:a="http://schemas.openxmlformats.org/drawingml/2006/main" w="9525">
            <a:solidFill>
              <a:srgbClr val="DBE7FF"/>
            </a:solidFill>
            <a:prstDash val="solid"/>
          </a:ln>
          <a:effectLst xmlns:a="http://schemas.openxmlformats.org/drawingml/2006/main">
            <a:outerShdw blurRad="127000" dist="25400" dir="5400000" algn="bl" rotWithShape="0">
              <a:srgbClr val="9AA7B4">
                <a:alpha val="28000"/>
              </a:srgbClr>
            </a:outerShdw>
          </a:effectLst>
        </p:spPr>
      </p:sp>
      <p:sp>
        <p:nvSpPr>
          <p:cNvPr id="11" name="Shape 9">
            <a:extLst xmlns:a="http://schemas.openxmlformats.org/drawingml/2006/main">
              <a:ext uri="{FF2B5EF4-FFF2-40B4-BE49-F238E27FC236}">
                <a16:creationId xmlns:a16="http://schemas.microsoft.com/office/drawing/2014/main" id="{B1592A9B-47F2-440B-BEB1-FCA127B4D084}"/>
              </a:ext>
            </a:extLst>
          </p:cNvPr>
          <p:cNvSpPr>
            <a:spLocks xmlns:a="http://schemas.openxmlformats.org/drawingml/2006/main" noGrp="1"/>
          </p:cNvSpPr>
          <p:nvPr/>
        </p:nvSpPr>
        <p:spPr>
          <a:xfrm xmlns:a="http://schemas.openxmlformats.org/drawingml/2006/main">
            <a:off x="4572000" y="2176272"/>
            <a:ext cx="420624" cy="420624"/>
          </a:xfrm>
          <a:prstGeom xmlns:a="http://schemas.openxmlformats.org/drawingml/2006/main" prst="ellipse">
            <a:avLst/>
          </a:prstGeom>
          <a:solidFill xmlns:a="http://schemas.openxmlformats.org/drawingml/2006/main">
            <a:srgbClr val="0E7490"/>
          </a:solidFill>
          <a:ln xmlns:a="http://schemas.openxmlformats.org/drawingml/2006/main" w="0">
            <a:solidFill>
              <a:srgbClr val="0E7490"/>
            </a:solidFill>
            <a:prstDash val="solid"/>
          </a:ln>
        </p:spPr>
      </p:sp>
      <p:sp>
        <p:nvSpPr>
          <p:cNvPr id="12" name="Text 10">
            <a:extLst xmlns:a="http://schemas.openxmlformats.org/drawingml/2006/main">
              <a:ext uri="{FF2B5EF4-FFF2-40B4-BE49-F238E27FC236}">
                <a16:creationId xmlns:a16="http://schemas.microsoft.com/office/drawing/2014/main" id="{CE65BC95-4A0C-422E-874A-4C5190269057}"/>
              </a:ext>
            </a:extLst>
          </p:cNvPr>
          <p:cNvSpPr>
            <a:spLocks xmlns:a="http://schemas.openxmlformats.org/drawingml/2006/main" noGrp="1"/>
          </p:cNvSpPr>
          <p:nvPr/>
        </p:nvSpPr>
        <p:spPr>
          <a:xfrm xmlns:a="http://schemas.openxmlformats.org/drawingml/2006/main">
            <a:off x="4572000" y="2176272"/>
            <a:ext cx="420624"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defRPr sz="1200" b="1">
                <a:solidFill>
                  <a:srgbClr val="FFFFFF"/>
                </a:solidFill>
                <a:latin typeface="Poppins"/>
                <a:ea typeface="Poppins"/>
                <a:cs typeface="Poppins"/>
              </a:defRPr>
            </a:pPr>
            <a:r>
              <a:rPr sz="1200" b="1">
                <a:solidFill>
                  <a:srgbClr val="FFFFFF"/>
                </a:solidFill>
                <a:latin typeface="Poppins"/>
                <a:ea typeface="Poppins"/>
                <a:cs typeface="Poppins"/>
              </a:rPr>
              <a:t>2</a:t>
            </a:r>
            <a:endParaRPr sz="1500"/>
          </a:p>
        </p:txBody>
      </p:sp>
      <p:sp>
        <p:nvSpPr>
          <p:cNvPr id="13" name="Text 11">
            <a:extLst xmlns:a="http://schemas.openxmlformats.org/drawingml/2006/main">
              <a:ext uri="{FF2B5EF4-FFF2-40B4-BE49-F238E27FC236}">
                <a16:creationId xmlns:a16="http://schemas.microsoft.com/office/drawing/2014/main" id="{AB40E77A-1877-44A4-8783-55216FCE49AF}"/>
              </a:ext>
            </a:extLst>
          </p:cNvPr>
          <p:cNvSpPr>
            <a:spLocks xmlns:a="http://schemas.openxmlformats.org/drawingml/2006/main" noGrp="1"/>
          </p:cNvSpPr>
          <p:nvPr/>
        </p:nvSpPr>
        <p:spPr>
          <a:xfrm xmlns:a="http://schemas.openxmlformats.org/drawingml/2006/main">
            <a:off x="5102352" y="2194560"/>
            <a:ext cx="256032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350" b="1">
                <a:solidFill>
                  <a:srgbClr val="1E3A8A"/>
                </a:solidFill>
                <a:latin typeface="Poppins"/>
                <a:ea typeface="Poppins"/>
                <a:cs typeface="Poppins"/>
              </a:defRPr>
            </a:pPr>
            <a:r>
              <a:rPr sz="1350" b="1">
                <a:solidFill>
                  <a:srgbClr val="1E3A8A"/>
                </a:solidFill>
                <a:latin typeface="Poppins"/>
                <a:ea typeface="Poppins"/>
                <a:cs typeface="Poppins"/>
              </a:rPr>
              <a:t>Assign</a:t>
            </a:r>
            <a:endParaRPr sz="1500"/>
          </a:p>
        </p:txBody>
      </p:sp>
      <p:sp>
        <p:nvSpPr>
          <p:cNvPr id="14" name="Text 12">
            <a:extLst xmlns:a="http://schemas.openxmlformats.org/drawingml/2006/main">
              <a:ext uri="{FF2B5EF4-FFF2-40B4-BE49-F238E27FC236}">
                <a16:creationId xmlns:a16="http://schemas.microsoft.com/office/drawing/2014/main" id="{E86BF0F9-CB96-4B52-BA53-15B730D69176}"/>
              </a:ext>
            </a:extLst>
          </p:cNvPr>
          <p:cNvSpPr>
            <a:spLocks xmlns:a="http://schemas.openxmlformats.org/drawingml/2006/main" noGrp="1"/>
          </p:cNvSpPr>
          <p:nvPr/>
        </p:nvSpPr>
        <p:spPr>
          <a:xfrm xmlns:a="http://schemas.openxmlformats.org/drawingml/2006/main">
            <a:off x="4572000" y="2706624"/>
            <a:ext cx="3090672"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defRPr sz="1050">
                <a:solidFill>
                  <a:srgbClr val="374151"/>
                </a:solidFill>
                <a:latin typeface="Segoe UI"/>
                <a:ea typeface="Segoe UI"/>
                <a:cs typeface="Segoe UI"/>
              </a:defRPr>
            </a:pPr>
            <a:r>
              <a:rPr sz="1050">
                <a:solidFill>
                  <a:srgbClr val="374151"/>
                </a:solidFill>
                <a:latin typeface="Segoe UI"/>
                <a:ea typeface="Segoe UI"/>
                <a:cs typeface="Segoe UI"/>
              </a:rPr>
              <a:t>The PS Office or a Commissioner assigns it to a department, office or named officer with a deadline.</a:t>
            </a:r>
            <a:endParaRPr sz="1150"/>
          </a:p>
        </p:txBody>
      </p:sp>
      <p:sp>
        <p:nvSpPr>
          <p:cNvPr id="15" name="Shape 13">
            <a:extLst xmlns:a="http://schemas.openxmlformats.org/drawingml/2006/main">
              <a:ext uri="{FF2B5EF4-FFF2-40B4-BE49-F238E27FC236}">
                <a16:creationId xmlns:a16="http://schemas.microsoft.com/office/drawing/2014/main" id="{8F81BA23-2479-4091-82E7-3BE6886B9162}"/>
              </a:ext>
            </a:extLst>
          </p:cNvPr>
          <p:cNvSpPr>
            <a:spLocks xmlns:a="http://schemas.openxmlformats.org/drawingml/2006/main" noGrp="1"/>
          </p:cNvSpPr>
          <p:nvPr/>
        </p:nvSpPr>
        <p:spPr>
          <a:xfrm xmlns:a="http://schemas.openxmlformats.org/drawingml/2006/main">
            <a:off x="8138160" y="1956816"/>
            <a:ext cx="3529584" cy="1572768"/>
          </a:xfrm>
          <a:prstGeom xmlns:a="http://schemas.openxmlformats.org/drawingml/2006/main" prst="roundRect">
            <a:avLst>
              <a:gd name="adj" fmla="val 5233"/>
            </a:avLst>
          </a:prstGeom>
          <a:solidFill xmlns:a="http://schemas.openxmlformats.org/drawingml/2006/main">
            <a:srgbClr val="FFFEFB"/>
          </a:solidFill>
          <a:ln xmlns:a="http://schemas.openxmlformats.org/drawingml/2006/main" w="9525">
            <a:solidFill>
              <a:srgbClr val="DBE7FF"/>
            </a:solidFill>
            <a:prstDash val="solid"/>
          </a:ln>
          <a:effectLst xmlns:a="http://schemas.openxmlformats.org/drawingml/2006/main">
            <a:outerShdw blurRad="127000" dist="25400" dir="5400000" algn="bl" rotWithShape="0">
              <a:srgbClr val="9AA7B4">
                <a:alpha val="28000"/>
              </a:srgbClr>
            </a:outerShdw>
          </a:effectLst>
        </p:spPr>
      </p:sp>
      <p:sp>
        <p:nvSpPr>
          <p:cNvPr id="16" name="Shape 14">
            <a:extLst xmlns:a="http://schemas.openxmlformats.org/drawingml/2006/main">
              <a:ext uri="{FF2B5EF4-FFF2-40B4-BE49-F238E27FC236}">
                <a16:creationId xmlns:a16="http://schemas.microsoft.com/office/drawing/2014/main" id="{7A830A22-09A0-4302-88FB-75144282D779}"/>
              </a:ext>
            </a:extLst>
          </p:cNvPr>
          <p:cNvSpPr>
            <a:spLocks xmlns:a="http://schemas.openxmlformats.org/drawingml/2006/main" noGrp="1"/>
          </p:cNvSpPr>
          <p:nvPr/>
        </p:nvSpPr>
        <p:spPr>
          <a:xfrm xmlns:a="http://schemas.openxmlformats.org/drawingml/2006/main">
            <a:off x="8357616" y="2176272"/>
            <a:ext cx="420624" cy="420624"/>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7" name="Text 15">
            <a:extLst xmlns:a="http://schemas.openxmlformats.org/drawingml/2006/main">
              <a:ext uri="{FF2B5EF4-FFF2-40B4-BE49-F238E27FC236}">
                <a16:creationId xmlns:a16="http://schemas.microsoft.com/office/drawing/2014/main" id="{B2632414-51BA-4E7E-B1C7-B3E8059DB1BB}"/>
              </a:ext>
            </a:extLst>
          </p:cNvPr>
          <p:cNvSpPr>
            <a:spLocks xmlns:a="http://schemas.openxmlformats.org/drawingml/2006/main" noGrp="1"/>
          </p:cNvSpPr>
          <p:nvPr/>
        </p:nvSpPr>
        <p:spPr>
          <a:xfrm xmlns:a="http://schemas.openxmlformats.org/drawingml/2006/main">
            <a:off x="8357616" y="2176272"/>
            <a:ext cx="420624"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defRPr sz="1200" b="1">
                <a:solidFill>
                  <a:srgbClr val="FFFFFF"/>
                </a:solidFill>
                <a:latin typeface="Poppins"/>
                <a:ea typeface="Poppins"/>
                <a:cs typeface="Poppins"/>
              </a:defRPr>
            </a:pPr>
            <a:r>
              <a:rPr sz="1200" b="1">
                <a:solidFill>
                  <a:srgbClr val="FFFFFF"/>
                </a:solidFill>
                <a:latin typeface="Poppins"/>
                <a:ea typeface="Poppins"/>
                <a:cs typeface="Poppins"/>
              </a:rPr>
              <a:t>3</a:t>
            </a:r>
            <a:endParaRPr sz="1500"/>
          </a:p>
        </p:txBody>
      </p:sp>
      <p:sp>
        <p:nvSpPr>
          <p:cNvPr id="18" name="Text 16">
            <a:extLst xmlns:a="http://schemas.openxmlformats.org/drawingml/2006/main">
              <a:ext uri="{FF2B5EF4-FFF2-40B4-BE49-F238E27FC236}">
                <a16:creationId xmlns:a16="http://schemas.microsoft.com/office/drawing/2014/main" id="{75A95F26-13CC-4CA4-AF46-F0769064D7EC}"/>
              </a:ext>
            </a:extLst>
          </p:cNvPr>
          <p:cNvSpPr>
            <a:spLocks xmlns:a="http://schemas.openxmlformats.org/drawingml/2006/main" noGrp="1"/>
          </p:cNvSpPr>
          <p:nvPr/>
        </p:nvSpPr>
        <p:spPr>
          <a:xfrm xmlns:a="http://schemas.openxmlformats.org/drawingml/2006/main">
            <a:off x="8887968" y="2194560"/>
            <a:ext cx="256032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350" b="1">
                <a:solidFill>
                  <a:srgbClr val="1E3A8A"/>
                </a:solidFill>
                <a:latin typeface="Poppins"/>
                <a:ea typeface="Poppins"/>
                <a:cs typeface="Poppins"/>
              </a:defRPr>
            </a:pPr>
            <a:r>
              <a:rPr sz="1350" b="1">
                <a:solidFill>
                  <a:srgbClr val="1E3A8A"/>
                </a:solidFill>
                <a:latin typeface="Poppins"/>
                <a:ea typeface="Poppins"/>
                <a:cs typeface="Poppins"/>
              </a:rPr>
              <a:t>Delegate down</a:t>
            </a:r>
            <a:endParaRPr sz="1500"/>
          </a:p>
        </p:txBody>
      </p:sp>
      <p:sp>
        <p:nvSpPr>
          <p:cNvPr id="19" name="Text 17">
            <a:extLst xmlns:a="http://schemas.openxmlformats.org/drawingml/2006/main">
              <a:ext uri="{FF2B5EF4-FFF2-40B4-BE49-F238E27FC236}">
                <a16:creationId xmlns:a16="http://schemas.microsoft.com/office/drawing/2014/main" id="{5AB785EB-EFA9-4456-A491-D1A8C5D1384D}"/>
              </a:ext>
            </a:extLst>
          </p:cNvPr>
          <p:cNvSpPr>
            <a:spLocks xmlns:a="http://schemas.openxmlformats.org/drawingml/2006/main" noGrp="1"/>
          </p:cNvSpPr>
          <p:nvPr/>
        </p:nvSpPr>
        <p:spPr>
          <a:xfrm xmlns:a="http://schemas.openxmlformats.org/drawingml/2006/main">
            <a:off x="8357616" y="2706624"/>
            <a:ext cx="3090672"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defRPr sz="1050">
                <a:solidFill>
                  <a:srgbClr val="374151"/>
                </a:solidFill>
                <a:latin typeface="Segoe UI"/>
                <a:ea typeface="Segoe UI"/>
                <a:cs typeface="Segoe UI"/>
              </a:defRPr>
            </a:pPr>
            <a:r>
              <a:rPr sz="1050">
                <a:solidFill>
                  <a:srgbClr val="374151"/>
                </a:solidFill>
                <a:latin typeface="Segoe UI"/>
                <a:ea typeface="Segoe UI"/>
                <a:cs typeface="Segoe UI"/>
              </a:rPr>
              <a:t>A Commissioner may pass it to a division or officer. The full route is kept — no re-typing.</a:t>
            </a:r>
            <a:endParaRPr sz="1150"/>
          </a:p>
        </p:txBody>
      </p:sp>
      <p:sp>
        <p:nvSpPr>
          <p:cNvPr id="20" name="Shape 18">
            <a:extLst xmlns:a="http://schemas.openxmlformats.org/drawingml/2006/main">
              <a:ext uri="{FF2B5EF4-FFF2-40B4-BE49-F238E27FC236}">
                <a16:creationId xmlns:a16="http://schemas.microsoft.com/office/drawing/2014/main" id="{02AA1394-5BB5-4918-A083-0BCD27DEA5D5}"/>
              </a:ext>
            </a:extLst>
          </p:cNvPr>
          <p:cNvSpPr>
            <a:spLocks xmlns:a="http://schemas.openxmlformats.org/drawingml/2006/main" noGrp="1"/>
          </p:cNvSpPr>
          <p:nvPr/>
        </p:nvSpPr>
        <p:spPr>
          <a:xfrm xmlns:a="http://schemas.openxmlformats.org/drawingml/2006/main">
            <a:off x="566928" y="3822192"/>
            <a:ext cx="3529584" cy="1572768"/>
          </a:xfrm>
          <a:prstGeom xmlns:a="http://schemas.openxmlformats.org/drawingml/2006/main" prst="roundRect">
            <a:avLst>
              <a:gd name="adj" fmla="val 5233"/>
            </a:avLst>
          </a:prstGeom>
          <a:solidFill xmlns:a="http://schemas.openxmlformats.org/drawingml/2006/main">
            <a:srgbClr val="FFFEFB"/>
          </a:solidFill>
          <a:ln xmlns:a="http://schemas.openxmlformats.org/drawingml/2006/main" w="9525">
            <a:solidFill>
              <a:srgbClr val="DBE7FF"/>
            </a:solidFill>
            <a:prstDash val="solid"/>
          </a:ln>
          <a:effectLst xmlns:a="http://schemas.openxmlformats.org/drawingml/2006/main">
            <a:outerShdw blurRad="127000" dist="25400" dir="5400000" algn="bl" rotWithShape="0">
              <a:srgbClr val="9AA7B4">
                <a:alpha val="28000"/>
              </a:srgbClr>
            </a:outerShdw>
          </a:effectLst>
        </p:spPr>
      </p:sp>
      <p:sp>
        <p:nvSpPr>
          <p:cNvPr id="21" name="Shape 19">
            <a:extLst xmlns:a="http://schemas.openxmlformats.org/drawingml/2006/main">
              <a:ext uri="{FF2B5EF4-FFF2-40B4-BE49-F238E27FC236}">
                <a16:creationId xmlns:a16="http://schemas.microsoft.com/office/drawing/2014/main" id="{6711C171-28C7-4707-AA17-CFFD296DC9DF}"/>
              </a:ext>
            </a:extLst>
          </p:cNvPr>
          <p:cNvSpPr>
            <a:spLocks xmlns:a="http://schemas.openxmlformats.org/drawingml/2006/main" noGrp="1"/>
          </p:cNvSpPr>
          <p:nvPr/>
        </p:nvSpPr>
        <p:spPr>
          <a:xfrm xmlns:a="http://schemas.openxmlformats.org/drawingml/2006/main">
            <a:off x="786384" y="4041648"/>
            <a:ext cx="420624" cy="420624"/>
          </a:xfrm>
          <a:prstGeom xmlns:a="http://schemas.openxmlformats.org/drawingml/2006/main" prst="ellipse">
            <a:avLst/>
          </a:prstGeom>
          <a:solidFill xmlns:a="http://schemas.openxmlformats.org/drawingml/2006/main">
            <a:srgbClr val="047857"/>
          </a:solidFill>
          <a:ln xmlns:a="http://schemas.openxmlformats.org/drawingml/2006/main" w="0">
            <a:solidFill>
              <a:srgbClr val="047857"/>
            </a:solidFill>
            <a:prstDash val="solid"/>
          </a:ln>
        </p:spPr>
      </p:sp>
      <p:sp>
        <p:nvSpPr>
          <p:cNvPr id="22" name="Text 20">
            <a:extLst xmlns:a="http://schemas.openxmlformats.org/drawingml/2006/main">
              <a:ext uri="{FF2B5EF4-FFF2-40B4-BE49-F238E27FC236}">
                <a16:creationId xmlns:a16="http://schemas.microsoft.com/office/drawing/2014/main" id="{A2555827-B98C-4902-A22C-0C04DC7C16F7}"/>
              </a:ext>
            </a:extLst>
          </p:cNvPr>
          <p:cNvSpPr>
            <a:spLocks xmlns:a="http://schemas.openxmlformats.org/drawingml/2006/main" noGrp="1"/>
          </p:cNvSpPr>
          <p:nvPr/>
        </p:nvSpPr>
        <p:spPr>
          <a:xfrm xmlns:a="http://schemas.openxmlformats.org/drawingml/2006/main">
            <a:off x="786384" y="4041648"/>
            <a:ext cx="420624"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defRPr sz="1200" b="1">
                <a:solidFill>
                  <a:srgbClr val="FFFFFF"/>
                </a:solidFill>
                <a:latin typeface="Poppins"/>
                <a:ea typeface="Poppins"/>
                <a:cs typeface="Poppins"/>
              </a:defRPr>
            </a:pPr>
            <a:r>
              <a:rPr sz="1200" b="1">
                <a:solidFill>
                  <a:srgbClr val="FFFFFF"/>
                </a:solidFill>
                <a:latin typeface="Poppins"/>
                <a:ea typeface="Poppins"/>
                <a:cs typeface="Poppins"/>
              </a:rPr>
              <a:t>4</a:t>
            </a:r>
            <a:endParaRPr sz="1500"/>
          </a:p>
        </p:txBody>
      </p:sp>
      <p:sp>
        <p:nvSpPr>
          <p:cNvPr id="23" name="Text 21">
            <a:extLst xmlns:a="http://schemas.openxmlformats.org/drawingml/2006/main">
              <a:ext uri="{FF2B5EF4-FFF2-40B4-BE49-F238E27FC236}">
                <a16:creationId xmlns:a16="http://schemas.microsoft.com/office/drawing/2014/main" id="{B17B679C-80BB-446A-A43C-6DB5B8201A39}"/>
              </a:ext>
            </a:extLst>
          </p:cNvPr>
          <p:cNvSpPr>
            <a:spLocks xmlns:a="http://schemas.openxmlformats.org/drawingml/2006/main" noGrp="1"/>
          </p:cNvSpPr>
          <p:nvPr/>
        </p:nvSpPr>
        <p:spPr>
          <a:xfrm xmlns:a="http://schemas.openxmlformats.org/drawingml/2006/main">
            <a:off x="1316736" y="4059936"/>
            <a:ext cx="256032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350" b="1">
                <a:solidFill>
                  <a:srgbClr val="1E3A8A"/>
                </a:solidFill>
                <a:latin typeface="Poppins"/>
                <a:ea typeface="Poppins"/>
                <a:cs typeface="Poppins"/>
              </a:defRPr>
            </a:pPr>
            <a:r>
              <a:rPr sz="1350" b="1">
                <a:solidFill>
                  <a:srgbClr val="1E3A8A"/>
                </a:solidFill>
                <a:latin typeface="Poppins"/>
                <a:ea typeface="Poppins"/>
                <a:cs typeface="Poppins"/>
              </a:rPr>
              <a:t>Act &amp; report progress</a:t>
            </a:r>
            <a:endParaRPr sz="1500"/>
          </a:p>
        </p:txBody>
      </p:sp>
      <p:sp>
        <p:nvSpPr>
          <p:cNvPr id="24" name="Text 22">
            <a:extLst xmlns:a="http://schemas.openxmlformats.org/drawingml/2006/main">
              <a:ext uri="{FF2B5EF4-FFF2-40B4-BE49-F238E27FC236}">
                <a16:creationId xmlns:a16="http://schemas.microsoft.com/office/drawing/2014/main" id="{A39C4C0B-0A74-45AC-8817-B7C6BA751E2D}"/>
              </a:ext>
            </a:extLst>
          </p:cNvPr>
          <p:cNvSpPr>
            <a:spLocks xmlns:a="http://schemas.openxmlformats.org/drawingml/2006/main" noGrp="1"/>
          </p:cNvSpPr>
          <p:nvPr/>
        </p:nvSpPr>
        <p:spPr>
          <a:xfrm xmlns:a="http://schemas.openxmlformats.org/drawingml/2006/main">
            <a:off x="786384" y="4572000"/>
            <a:ext cx="3090672"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defRPr sz="1050">
                <a:solidFill>
                  <a:srgbClr val="374151"/>
                </a:solidFill>
                <a:latin typeface="Segoe UI"/>
                <a:ea typeface="Segoe UI"/>
                <a:cs typeface="Segoe UI"/>
              </a:defRPr>
            </a:pPr>
            <a:r>
              <a:rPr sz="1050">
                <a:solidFill>
                  <a:srgbClr val="374151"/>
                </a:solidFill>
                <a:latin typeface="Segoe UI"/>
                <a:ea typeface="Segoe UI"/>
                <a:cs typeface="Segoe UI"/>
              </a:rPr>
              <a:t>The officer updates status, adds notes and attaches evidence of the work done.</a:t>
            </a:r>
            <a:endParaRPr sz="1150"/>
          </a:p>
        </p:txBody>
      </p:sp>
      <p:sp>
        <p:nvSpPr>
          <p:cNvPr id="25" name="Shape 23">
            <a:extLst xmlns:a="http://schemas.openxmlformats.org/drawingml/2006/main">
              <a:ext uri="{FF2B5EF4-FFF2-40B4-BE49-F238E27FC236}">
                <a16:creationId xmlns:a16="http://schemas.microsoft.com/office/drawing/2014/main" id="{F2D896BB-6D89-47E8-A995-159D0E3D159C}"/>
              </a:ext>
            </a:extLst>
          </p:cNvPr>
          <p:cNvSpPr>
            <a:spLocks xmlns:a="http://schemas.openxmlformats.org/drawingml/2006/main" noGrp="1"/>
          </p:cNvSpPr>
          <p:nvPr/>
        </p:nvSpPr>
        <p:spPr>
          <a:xfrm xmlns:a="http://schemas.openxmlformats.org/drawingml/2006/main">
            <a:off x="4352544" y="3822192"/>
            <a:ext cx="3529584" cy="1572768"/>
          </a:xfrm>
          <a:prstGeom xmlns:a="http://schemas.openxmlformats.org/drawingml/2006/main" prst="roundRect">
            <a:avLst>
              <a:gd name="adj" fmla="val 5233"/>
            </a:avLst>
          </a:prstGeom>
          <a:solidFill xmlns:a="http://schemas.openxmlformats.org/drawingml/2006/main">
            <a:srgbClr val="FFFEFB"/>
          </a:solidFill>
          <a:ln xmlns:a="http://schemas.openxmlformats.org/drawingml/2006/main" w="9525">
            <a:solidFill>
              <a:srgbClr val="DBE7FF"/>
            </a:solidFill>
            <a:prstDash val="solid"/>
          </a:ln>
          <a:effectLst xmlns:a="http://schemas.openxmlformats.org/drawingml/2006/main">
            <a:outerShdw blurRad="127000" dist="25400" dir="5400000" algn="bl" rotWithShape="0">
              <a:srgbClr val="9AA7B4">
                <a:alpha val="28000"/>
              </a:srgbClr>
            </a:outerShdw>
          </a:effectLst>
        </p:spPr>
      </p:sp>
      <p:sp>
        <p:nvSpPr>
          <p:cNvPr id="26" name="Shape 24">
            <a:extLst xmlns:a="http://schemas.openxmlformats.org/drawingml/2006/main">
              <a:ext uri="{FF2B5EF4-FFF2-40B4-BE49-F238E27FC236}">
                <a16:creationId xmlns:a16="http://schemas.microsoft.com/office/drawing/2014/main" id="{20EF07C6-CE26-4B57-AC40-5C561C00AE95}"/>
              </a:ext>
            </a:extLst>
          </p:cNvPr>
          <p:cNvSpPr>
            <a:spLocks xmlns:a="http://schemas.openxmlformats.org/drawingml/2006/main" noGrp="1"/>
          </p:cNvSpPr>
          <p:nvPr/>
        </p:nvSpPr>
        <p:spPr>
          <a:xfrm xmlns:a="http://schemas.openxmlformats.org/drawingml/2006/main">
            <a:off x="4572000" y="4041648"/>
            <a:ext cx="420624" cy="420624"/>
          </a:xfrm>
          <a:prstGeom xmlns:a="http://schemas.openxmlformats.org/drawingml/2006/main" prst="ellipse">
            <a:avLst/>
          </a:prstGeom>
          <a:solidFill xmlns:a="http://schemas.openxmlformats.org/drawingml/2006/main">
            <a:srgbClr val="F59E0B"/>
          </a:solidFill>
          <a:ln xmlns:a="http://schemas.openxmlformats.org/drawingml/2006/main" w="0">
            <a:solidFill>
              <a:srgbClr val="F59E0B"/>
            </a:solidFill>
            <a:prstDash val="solid"/>
          </a:ln>
        </p:spPr>
      </p:sp>
      <p:sp>
        <p:nvSpPr>
          <p:cNvPr id="27" name="Text 25">
            <a:extLst xmlns:a="http://schemas.openxmlformats.org/drawingml/2006/main">
              <a:ext uri="{FF2B5EF4-FFF2-40B4-BE49-F238E27FC236}">
                <a16:creationId xmlns:a16="http://schemas.microsoft.com/office/drawing/2014/main" id="{2AE3EEE4-5C4A-4172-A2B2-3C37D63B2EB4}"/>
              </a:ext>
            </a:extLst>
          </p:cNvPr>
          <p:cNvSpPr>
            <a:spLocks xmlns:a="http://schemas.openxmlformats.org/drawingml/2006/main" noGrp="1"/>
          </p:cNvSpPr>
          <p:nvPr/>
        </p:nvSpPr>
        <p:spPr>
          <a:xfrm xmlns:a="http://schemas.openxmlformats.org/drawingml/2006/main">
            <a:off x="4572000" y="4041648"/>
            <a:ext cx="420624"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defRPr sz="1200" b="1">
                <a:solidFill>
                  <a:srgbClr val="FFFFFF"/>
                </a:solidFill>
                <a:latin typeface="Poppins"/>
                <a:ea typeface="Poppins"/>
                <a:cs typeface="Poppins"/>
              </a:defRPr>
            </a:pPr>
            <a:r>
              <a:rPr sz="1200" b="1">
                <a:solidFill>
                  <a:srgbClr val="FFFFFF"/>
                </a:solidFill>
                <a:latin typeface="Poppins"/>
                <a:ea typeface="Poppins"/>
                <a:cs typeface="Poppins"/>
              </a:rPr>
              <a:t>5</a:t>
            </a:r>
            <a:endParaRPr sz="1500"/>
          </a:p>
        </p:txBody>
      </p:sp>
      <p:sp>
        <p:nvSpPr>
          <p:cNvPr id="28" name="Text 26">
            <a:extLst xmlns:a="http://schemas.openxmlformats.org/drawingml/2006/main">
              <a:ext uri="{FF2B5EF4-FFF2-40B4-BE49-F238E27FC236}">
                <a16:creationId xmlns:a16="http://schemas.microsoft.com/office/drawing/2014/main" id="{AF7B08E5-59D4-4404-AC2E-62AF17A25C7B}"/>
              </a:ext>
            </a:extLst>
          </p:cNvPr>
          <p:cNvSpPr>
            <a:spLocks xmlns:a="http://schemas.openxmlformats.org/drawingml/2006/main" noGrp="1"/>
          </p:cNvSpPr>
          <p:nvPr/>
        </p:nvSpPr>
        <p:spPr>
          <a:xfrm xmlns:a="http://schemas.openxmlformats.org/drawingml/2006/main">
            <a:off x="5102352" y="4059936"/>
            <a:ext cx="256032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350" b="1">
                <a:solidFill>
                  <a:srgbClr val="1E3A8A"/>
                </a:solidFill>
                <a:latin typeface="Poppins"/>
                <a:ea typeface="Poppins"/>
                <a:cs typeface="Poppins"/>
              </a:defRPr>
            </a:pPr>
            <a:r>
              <a:rPr sz="1350" b="1">
                <a:solidFill>
                  <a:srgbClr val="1E3A8A"/>
                </a:solidFill>
                <a:latin typeface="Poppins"/>
                <a:ea typeface="Poppins"/>
                <a:cs typeface="Poppins"/>
              </a:rPr>
              <a:t>Review &amp; approve</a:t>
            </a:r>
            <a:endParaRPr sz="1500"/>
          </a:p>
        </p:txBody>
      </p:sp>
      <p:sp>
        <p:nvSpPr>
          <p:cNvPr id="29" name="Text 27">
            <a:extLst xmlns:a="http://schemas.openxmlformats.org/drawingml/2006/main">
              <a:ext uri="{FF2B5EF4-FFF2-40B4-BE49-F238E27FC236}">
                <a16:creationId xmlns:a16="http://schemas.microsoft.com/office/drawing/2014/main" id="{7422B4EB-6FCE-45CA-9CA4-1D2B93F35DDF}"/>
              </a:ext>
            </a:extLst>
          </p:cNvPr>
          <p:cNvSpPr>
            <a:spLocks xmlns:a="http://schemas.openxmlformats.org/drawingml/2006/main" noGrp="1"/>
          </p:cNvSpPr>
          <p:nvPr/>
        </p:nvSpPr>
        <p:spPr>
          <a:xfrm xmlns:a="http://schemas.openxmlformats.org/drawingml/2006/main">
            <a:off x="4572000" y="4572000"/>
            <a:ext cx="3090672"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defRPr sz="1050">
                <a:solidFill>
                  <a:srgbClr val="374151"/>
                </a:solidFill>
                <a:latin typeface="Segoe UI"/>
                <a:ea typeface="Segoe UI"/>
                <a:cs typeface="Segoe UI"/>
              </a:defRPr>
            </a:pPr>
            <a:r>
              <a:rPr sz="1050">
                <a:solidFill>
                  <a:srgbClr val="374151"/>
                </a:solidFill>
                <a:latin typeface="Segoe UI"/>
                <a:ea typeface="Segoe UI"/>
                <a:cs typeface="Segoe UI"/>
              </a:rPr>
              <a:t>Work travels back up the same route: return for correction, request information, or approve.</a:t>
            </a:r>
            <a:endParaRPr sz="1150"/>
          </a:p>
        </p:txBody>
      </p:sp>
      <p:sp>
        <p:nvSpPr>
          <p:cNvPr id="30" name="Shape 28">
            <a:extLst xmlns:a="http://schemas.openxmlformats.org/drawingml/2006/main">
              <a:ext uri="{FF2B5EF4-FFF2-40B4-BE49-F238E27FC236}">
                <a16:creationId xmlns:a16="http://schemas.microsoft.com/office/drawing/2014/main" id="{BD8B2D2B-BA20-4CCC-A2F4-6F93AC1972CC}"/>
              </a:ext>
            </a:extLst>
          </p:cNvPr>
          <p:cNvSpPr>
            <a:spLocks xmlns:a="http://schemas.openxmlformats.org/drawingml/2006/main" noGrp="1"/>
          </p:cNvSpPr>
          <p:nvPr/>
        </p:nvSpPr>
        <p:spPr>
          <a:xfrm xmlns:a="http://schemas.openxmlformats.org/drawingml/2006/main">
            <a:off x="8138160" y="3822192"/>
            <a:ext cx="3529584" cy="1572768"/>
          </a:xfrm>
          <a:prstGeom xmlns:a="http://schemas.openxmlformats.org/drawingml/2006/main" prst="roundRect">
            <a:avLst>
              <a:gd name="adj" fmla="val 5233"/>
            </a:avLst>
          </a:prstGeom>
          <a:solidFill xmlns:a="http://schemas.openxmlformats.org/drawingml/2006/main">
            <a:srgbClr val="FFFEFB"/>
          </a:solidFill>
          <a:ln xmlns:a="http://schemas.openxmlformats.org/drawingml/2006/main" w="9525">
            <a:solidFill>
              <a:srgbClr val="DBE7FF"/>
            </a:solidFill>
            <a:prstDash val="solid"/>
          </a:ln>
          <a:effectLst xmlns:a="http://schemas.openxmlformats.org/drawingml/2006/main">
            <a:outerShdw blurRad="127000" dist="25400" dir="5400000" algn="bl" rotWithShape="0">
              <a:srgbClr val="9AA7B4">
                <a:alpha val="28000"/>
              </a:srgbClr>
            </a:outerShdw>
          </a:effectLst>
        </p:spPr>
      </p:sp>
      <p:sp>
        <p:nvSpPr>
          <p:cNvPr id="31" name="Shape 29">
            <a:extLst xmlns:a="http://schemas.openxmlformats.org/drawingml/2006/main">
              <a:ext uri="{FF2B5EF4-FFF2-40B4-BE49-F238E27FC236}">
                <a16:creationId xmlns:a16="http://schemas.microsoft.com/office/drawing/2014/main" id="{A4F96901-2655-4882-BBA7-6834F486EB52}"/>
              </a:ext>
            </a:extLst>
          </p:cNvPr>
          <p:cNvSpPr>
            <a:spLocks xmlns:a="http://schemas.openxmlformats.org/drawingml/2006/main" noGrp="1"/>
          </p:cNvSpPr>
          <p:nvPr/>
        </p:nvSpPr>
        <p:spPr>
          <a:xfrm xmlns:a="http://schemas.openxmlformats.org/drawingml/2006/main">
            <a:off x="8357616" y="4041648"/>
            <a:ext cx="420624" cy="420624"/>
          </a:xfrm>
          <a:prstGeom xmlns:a="http://schemas.openxmlformats.org/drawingml/2006/main" prst="ellipse">
            <a:avLst/>
          </a:prstGeom>
          <a:solidFill xmlns:a="http://schemas.openxmlformats.org/drawingml/2006/main">
            <a:srgbClr val="DB2777"/>
          </a:solidFill>
          <a:ln xmlns:a="http://schemas.openxmlformats.org/drawingml/2006/main" w="0">
            <a:solidFill>
              <a:srgbClr val="DB2777"/>
            </a:solidFill>
            <a:prstDash val="solid"/>
          </a:ln>
        </p:spPr>
      </p:sp>
      <p:sp>
        <p:nvSpPr>
          <p:cNvPr id="32" name="Text 30">
            <a:extLst xmlns:a="http://schemas.openxmlformats.org/drawingml/2006/main">
              <a:ext uri="{FF2B5EF4-FFF2-40B4-BE49-F238E27FC236}">
                <a16:creationId xmlns:a16="http://schemas.microsoft.com/office/drawing/2014/main" id="{9013741A-95E9-4CD3-8A5E-D3695B0B2412}"/>
              </a:ext>
            </a:extLst>
          </p:cNvPr>
          <p:cNvSpPr>
            <a:spLocks xmlns:a="http://schemas.openxmlformats.org/drawingml/2006/main" noGrp="1"/>
          </p:cNvSpPr>
          <p:nvPr/>
        </p:nvSpPr>
        <p:spPr>
          <a:xfrm xmlns:a="http://schemas.openxmlformats.org/drawingml/2006/main">
            <a:off x="8357616" y="4041648"/>
            <a:ext cx="420624"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defRPr sz="1200" b="1">
                <a:solidFill>
                  <a:srgbClr val="FFFFFF"/>
                </a:solidFill>
                <a:latin typeface="Poppins"/>
                <a:ea typeface="Poppins"/>
                <a:cs typeface="Poppins"/>
              </a:defRPr>
            </a:pPr>
            <a:r>
              <a:rPr sz="1200" b="1">
                <a:solidFill>
                  <a:srgbClr val="FFFFFF"/>
                </a:solidFill>
                <a:latin typeface="Poppins"/>
                <a:ea typeface="Poppins"/>
                <a:cs typeface="Poppins"/>
              </a:rPr>
              <a:t>6</a:t>
            </a:r>
            <a:endParaRPr sz="1500"/>
          </a:p>
        </p:txBody>
      </p:sp>
      <p:sp>
        <p:nvSpPr>
          <p:cNvPr id="33" name="Text 31">
            <a:extLst xmlns:a="http://schemas.openxmlformats.org/drawingml/2006/main">
              <a:ext uri="{FF2B5EF4-FFF2-40B4-BE49-F238E27FC236}">
                <a16:creationId xmlns:a16="http://schemas.microsoft.com/office/drawing/2014/main" id="{9E2E332D-7AEA-45D6-9BE7-84D196B7FFDA}"/>
              </a:ext>
            </a:extLst>
          </p:cNvPr>
          <p:cNvSpPr>
            <a:spLocks xmlns:a="http://schemas.openxmlformats.org/drawingml/2006/main" noGrp="1"/>
          </p:cNvSpPr>
          <p:nvPr/>
        </p:nvSpPr>
        <p:spPr>
          <a:xfrm xmlns:a="http://schemas.openxmlformats.org/drawingml/2006/main">
            <a:off x="8887968" y="4059936"/>
            <a:ext cx="256032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350" b="1">
                <a:solidFill>
                  <a:srgbClr val="1E3A8A"/>
                </a:solidFill>
                <a:latin typeface="Poppins"/>
                <a:ea typeface="Poppins"/>
                <a:cs typeface="Poppins"/>
              </a:defRPr>
            </a:pPr>
            <a:r>
              <a:rPr sz="1350" b="1">
                <a:solidFill>
                  <a:srgbClr val="1E3A8A"/>
                </a:solidFill>
                <a:latin typeface="Poppins"/>
                <a:ea typeface="Poppins"/>
                <a:cs typeface="Poppins"/>
              </a:rPr>
              <a:t>File &amp; retrieve</a:t>
            </a:r>
            <a:endParaRPr sz="1500"/>
          </a:p>
        </p:txBody>
      </p:sp>
      <p:sp>
        <p:nvSpPr>
          <p:cNvPr id="34" name="Text 32">
            <a:extLst xmlns:a="http://schemas.openxmlformats.org/drawingml/2006/main">
              <a:ext uri="{FF2B5EF4-FFF2-40B4-BE49-F238E27FC236}">
                <a16:creationId xmlns:a16="http://schemas.microsoft.com/office/drawing/2014/main" id="{FE6E6259-4BFA-44D0-85FB-DE59FEF58CB3}"/>
              </a:ext>
            </a:extLst>
          </p:cNvPr>
          <p:cNvSpPr>
            <a:spLocks xmlns:a="http://schemas.openxmlformats.org/drawingml/2006/main" noGrp="1"/>
          </p:cNvSpPr>
          <p:nvPr/>
        </p:nvSpPr>
        <p:spPr>
          <a:xfrm xmlns:a="http://schemas.openxmlformats.org/drawingml/2006/main">
            <a:off x="8357616" y="4572000"/>
            <a:ext cx="3090672"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defRPr sz="1050">
                <a:solidFill>
                  <a:srgbClr val="374151"/>
                </a:solidFill>
                <a:latin typeface="Segoe UI"/>
                <a:ea typeface="Segoe UI"/>
                <a:cs typeface="Segoe UI"/>
              </a:defRPr>
            </a:pPr>
            <a:r>
              <a:rPr sz="1050">
                <a:solidFill>
                  <a:srgbClr val="374151"/>
                </a:solidFill>
                <a:latin typeface="Segoe UI"/>
                <a:ea typeface="Segoe UI"/>
                <a:cs typeface="Segoe UI"/>
              </a:rPr>
              <a:t>Approved matters are filed with a file reference and stay searchable for ever.</a:t>
            </a:r>
            <a:endParaRPr sz="1150"/>
          </a:p>
        </p:txBody>
      </p:sp>
      <p:sp>
        <p:nvSpPr>
          <p:cNvPr id="35" name="Text 33">
            <a:extLst xmlns:a="http://schemas.openxmlformats.org/drawingml/2006/main">
              <a:ext uri="{FF2B5EF4-FFF2-40B4-BE49-F238E27FC236}">
                <a16:creationId xmlns:a16="http://schemas.microsoft.com/office/drawing/2014/main" id="{0178F180-5AEA-4228-BB90-CE842A783EFB}"/>
              </a:ext>
            </a:extLst>
          </p:cNvPr>
          <p:cNvSpPr>
            <a:spLocks xmlns:a="http://schemas.openxmlformats.org/drawingml/2006/main" noGrp="1"/>
          </p:cNvSpPr>
          <p:nvPr/>
        </p:nvSpPr>
        <p:spPr>
          <a:xfrm xmlns:a="http://schemas.openxmlformats.org/drawingml/2006/main">
            <a:off x="566928" y="5650992"/>
            <a:ext cx="110642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975" i="1">
                <a:solidFill>
                  <a:srgbClr val="64748B"/>
                </a:solidFill>
                <a:latin typeface="Segoe UI"/>
                <a:ea typeface="Segoe UI"/>
                <a:cs typeface="Segoe UI"/>
              </a:defRPr>
            </a:pPr>
            <a:r>
              <a:rPr sz="975" i="1">
                <a:solidFill>
                  <a:srgbClr val="64748B"/>
                </a:solidFill>
                <a:latin typeface="Segoe UI"/>
                <a:ea typeface="Segoe UI"/>
                <a:cs typeface="Segoe UI"/>
              </a:rPr>
              <a:t>The same six stages apply to an incoming letter, an outgoing letter or an assignment raised inside the Ministry.</a:t>
            </a:r>
            <a:endParaRPr sz="1250"/>
          </a:p>
        </p:txBody>
      </p:sp>
    </p:spTree>
    <p:extLst>
      <p:ext uri="{BB962C8B-B14F-4D97-AF65-F5344CB8AC3E}">
        <p14:creationId xmlns:p14="http://schemas.microsoft.com/office/powerpoint/2010/main" val="390040082"/>
      </p:ext>
    </p:extLst>
  </p:cSld>
</p:sld>
</file>

<file path=ppt/slides/slide4.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026588-486D-4B49-AAE5-18D14D5DD882}"/>
              </a:ext>
            </a:extLst>
          </p:cNvPr>
          <p:cNvSpPr>
            <a:spLocks xmlns:a="http://schemas.openxmlformats.org/drawingml/2006/main" noGrp="1"/>
          </p:cNvSpPr>
          <p:nvPr/>
        </p:nvSpPr>
        <p:spPr>
          <a:xfrm xmlns:a="http://schemas.openxmlformats.org/drawingml/2006/main">
            <a:off x="566928" y="384048"/>
            <a:ext cx="8229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125" b="1">
                <a:solidFill>
                  <a:srgbClr val="155DFC"/>
                </a:solidFill>
                <a:latin typeface="Poppins"/>
                <a:ea typeface="Poppins"/>
                <a:cs typeface="Poppins"/>
              </a:defRPr>
            </a:pPr>
            <a:r>
              <a:rPr sz="1125" b="1">
                <a:solidFill>
                  <a:srgbClr val="155DFC"/>
                </a:solidFill>
                <a:latin typeface="Poppins"/>
                <a:ea typeface="Poppins"/>
                <a:cs typeface="Poppins"/>
              </a:rPr>
              <a:t>FEATURES</a:t>
            </a:r>
            <a:endParaRPr sz="1200"/>
          </a:p>
        </p:txBody>
      </p:sp>
      <p:sp>
        <p:nvSpPr>
          <p:cNvPr id="3" name="Text 1">
            <a:extLst xmlns:a="http://schemas.openxmlformats.org/drawingml/2006/main">
              <a:ext uri="{FF2B5EF4-FFF2-40B4-BE49-F238E27FC236}">
                <a16:creationId xmlns:a16="http://schemas.microsoft.com/office/drawing/2014/main" id="{A9FCD06C-52EB-42A0-8EB3-DE005AD6C19B}"/>
              </a:ext>
            </a:extLst>
          </p:cNvPr>
          <p:cNvSpPr>
            <a:spLocks xmlns:a="http://schemas.openxmlformats.org/drawingml/2006/main" noGrp="1"/>
          </p:cNvSpPr>
          <p:nvPr/>
        </p:nvSpPr>
        <p:spPr>
          <a:xfrm xmlns:a="http://schemas.openxmlformats.org/drawingml/2006/main">
            <a:off x="566928" y="658368"/>
            <a:ext cx="11055096"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95000"/>
              </a:lnSpc>
              <a:buNone/>
              <a:defRPr sz="3450" b="1">
                <a:solidFill>
                  <a:srgbClr val="1E3A8A"/>
                </a:solidFill>
                <a:latin typeface="Poppins"/>
                <a:ea typeface="Poppins"/>
                <a:cs typeface="Poppins"/>
              </a:defRPr>
            </a:pPr>
            <a:r>
              <a:rPr sz="3450" b="1">
                <a:solidFill>
                  <a:srgbClr val="1E3A8A"/>
                </a:solidFill>
                <a:latin typeface="Poppins"/>
                <a:ea typeface="Poppins"/>
                <a:cs typeface="Poppins"/>
              </a:rPr>
              <a:t>Features 1: the correspondence registry</a:t>
            </a:r>
            <a:endParaRPr sz="3400"/>
          </a:p>
        </p:txBody>
      </p:sp>
      <p:sp>
        <p:nvSpPr>
          <p:cNvPr id="4" name="Shape 2">
            <a:extLst xmlns:a="http://schemas.openxmlformats.org/drawingml/2006/main">
              <a:ext uri="{FF2B5EF4-FFF2-40B4-BE49-F238E27FC236}">
                <a16:creationId xmlns:a16="http://schemas.microsoft.com/office/drawing/2014/main" id="{079C3E17-2FB6-4F01-9A20-156B57132BE9}"/>
              </a:ext>
            </a:extLst>
          </p:cNvPr>
          <p:cNvSpPr>
            <a:spLocks xmlns:a="http://schemas.openxmlformats.org/drawingml/2006/main" noGrp="1"/>
          </p:cNvSpPr>
          <p:nvPr/>
        </p:nvSpPr>
        <p:spPr>
          <a:xfrm xmlns:a="http://schemas.openxmlformats.org/drawingml/2006/main">
            <a:off x="566928" y="1600200"/>
            <a:ext cx="5440680" cy="1920240"/>
          </a:xfrm>
          <a:prstGeom xmlns:a="http://schemas.openxmlformats.org/drawingml/2006/main" prst="roundRect">
            <a:avLst>
              <a:gd name="adj" fmla="val 4286"/>
            </a:avLst>
          </a:prstGeom>
          <a:solidFill xmlns:a="http://schemas.openxmlformats.org/drawingml/2006/main">
            <a:srgbClr val="FFFEFB"/>
          </a:solidFill>
          <a:ln xmlns:a="http://schemas.openxmlformats.org/drawingml/2006/main" w="9525">
            <a:solidFill>
              <a:srgbClr val="DBE7FF"/>
            </a:solidFill>
            <a:prstDash val="solid"/>
          </a:ln>
          <a:effectLst xmlns:a="http://schemas.openxmlformats.org/drawingml/2006/main">
            <a:outerShdw blurRad="127000" dist="25400" dir="5400000" algn="bl" rotWithShape="0">
              <a:srgbClr val="9AA7B4">
                <a:alpha val="28000"/>
              </a:srgbClr>
            </a:outerShdw>
          </a:effectLst>
        </p:spPr>
      </p:sp>
      <p:sp>
        <p:nvSpPr>
          <p:cNvPr id="5" name="Shape 3">
            <a:extLst xmlns:a="http://schemas.openxmlformats.org/drawingml/2006/main">
              <a:ext uri="{FF2B5EF4-FFF2-40B4-BE49-F238E27FC236}">
                <a16:creationId xmlns:a16="http://schemas.microsoft.com/office/drawing/2014/main" id="{E9849AD2-7FAB-4ED1-B969-5929D24FBEF3}"/>
              </a:ext>
            </a:extLst>
          </p:cNvPr>
          <p:cNvSpPr>
            <a:spLocks xmlns:a="http://schemas.openxmlformats.org/drawingml/2006/main" noGrp="1"/>
          </p:cNvSpPr>
          <p:nvPr/>
        </p:nvSpPr>
        <p:spPr>
          <a:xfrm xmlns:a="http://schemas.openxmlformats.org/drawingml/2006/main">
            <a:off x="841248" y="2221992"/>
            <a:ext cx="658368" cy="658368"/>
          </a:xfrm>
          <a:prstGeom xmlns:a="http://schemas.openxmlformats.org/drawingml/2006/main" prst="ellipse">
            <a:avLst/>
          </a:prstGeom>
          <a:solidFill xmlns:a="http://schemas.openxmlformats.org/drawingml/2006/main">
            <a:srgbClr val="155DFC"/>
          </a:solidFill>
          <a:ln xmlns:a="http://schemas.openxmlformats.org/drawingml/2006/main" w="0">
            <a:solidFill>
              <a:srgbClr val="155DFC"/>
            </a:solidFill>
            <a:prstDash val="solid"/>
          </a:ln>
        </p:spPr>
      </p:sp>
      <p:pic>
        <p:nvPicPr>
          <p:cNvPr id="33" name="Image 0"/>
          <p:cNvPicPr>
            <a:picLocks xmlns:a="http://schemas.openxmlformats.org/drawingml/2006/main" noChangeAspect="1"/>
          </p:cNvPicPr>
          <p:nvPr/>
        </p:nvPicPr>
        <p:blipFill>
          <a:blip xmlns:r="http://schemas.openxmlformats.org/officeDocument/2006/relationships" xmlns:a="http://schemas.openxmlformats.org/drawingml/2006/main" r:embed="Rcdd56f2243744368"/>
          <a:stretch xmlns:a="http://schemas.openxmlformats.org/drawingml/2006/main">
            <a:fillRect l="0" t="0" r="0" b="0"/>
          </a:stretch>
        </p:blipFill>
        <p:spPr>
          <a:xfrm xmlns:a="http://schemas.openxmlformats.org/drawingml/2006/main">
            <a:off x="1012424" y="2393168"/>
            <a:ext cx="316017" cy="316017"/>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04250228-2CAF-46EE-A79A-A54D8EFEFB0E}"/>
              </a:ext>
            </a:extLst>
          </p:cNvPr>
          <p:cNvSpPr>
            <a:spLocks xmlns:a="http://schemas.openxmlformats.org/drawingml/2006/main" noGrp="1"/>
          </p:cNvSpPr>
          <p:nvPr/>
        </p:nvSpPr>
        <p:spPr>
          <a:xfrm xmlns:a="http://schemas.openxmlformats.org/drawingml/2006/main">
            <a:off x="1664208" y="2075688"/>
            <a:ext cx="40690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350" b="1">
                <a:solidFill>
                  <a:srgbClr val="1E3A8A"/>
                </a:solidFill>
                <a:latin typeface="Poppins"/>
                <a:ea typeface="Poppins"/>
                <a:cs typeface="Poppins"/>
              </a:defRPr>
            </a:pPr>
            <a:r>
              <a:rPr sz="1350" b="1">
                <a:solidFill>
                  <a:srgbClr val="1E3A8A"/>
                </a:solidFill>
                <a:latin typeface="Poppins"/>
                <a:ea typeface="Poppins"/>
                <a:cs typeface="Poppins"/>
              </a:rPr>
              <a:t>Incoming mail register</a:t>
            </a:r>
            <a:endParaRPr sz="1600"/>
          </a:p>
        </p:txBody>
      </p:sp>
      <p:sp>
        <p:nvSpPr>
          <p:cNvPr id="8" name="Text 5">
            <a:extLst xmlns:a="http://schemas.openxmlformats.org/drawingml/2006/main">
              <a:ext uri="{FF2B5EF4-FFF2-40B4-BE49-F238E27FC236}">
                <a16:creationId xmlns:a16="http://schemas.microsoft.com/office/drawing/2014/main" id="{A0054C6B-C9EA-4130-9D49-39B3B43D67AB}"/>
              </a:ext>
            </a:extLst>
          </p:cNvPr>
          <p:cNvSpPr>
            <a:spLocks xmlns:a="http://schemas.openxmlformats.org/drawingml/2006/main" noGrp="1"/>
          </p:cNvSpPr>
          <p:nvPr/>
        </p:nvSpPr>
        <p:spPr>
          <a:xfrm xmlns:a="http://schemas.openxmlformats.org/drawingml/2006/main">
            <a:off x="1664208" y="2532888"/>
            <a:ext cx="406908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defRPr sz="1125">
                <a:solidFill>
                  <a:srgbClr val="374151"/>
                </a:solidFill>
                <a:latin typeface="Segoe UI"/>
                <a:ea typeface="Segoe UI"/>
                <a:cs typeface="Segoe UI"/>
              </a:defRPr>
            </a:pPr>
            <a:r>
              <a:rPr sz="1125">
                <a:solidFill>
                  <a:srgbClr val="374151"/>
                </a:solidFill>
                <a:latin typeface="Segoe UI"/>
                <a:ea typeface="Segoe UI"/>
                <a:cs typeface="Segoe UI"/>
              </a:rPr>
              <a:t>Capture reference, sender, subject, date received, priority and mode of delivery. Duplicate references are blocked.</a:t>
            </a:r>
            <a:endParaRPr sz="1200"/>
          </a:p>
        </p:txBody>
      </p:sp>
      <p:sp>
        <p:nvSpPr>
          <p:cNvPr id="9" name="Shape 6">
            <a:extLst xmlns:a="http://schemas.openxmlformats.org/drawingml/2006/main">
              <a:ext uri="{FF2B5EF4-FFF2-40B4-BE49-F238E27FC236}">
                <a16:creationId xmlns:a16="http://schemas.microsoft.com/office/drawing/2014/main" id="{B29CEF5F-9BE6-4489-912B-784701E5DA0E}"/>
              </a:ext>
            </a:extLst>
          </p:cNvPr>
          <p:cNvSpPr>
            <a:spLocks xmlns:a="http://schemas.openxmlformats.org/drawingml/2006/main" noGrp="1"/>
          </p:cNvSpPr>
          <p:nvPr/>
        </p:nvSpPr>
        <p:spPr>
          <a:xfrm xmlns:a="http://schemas.openxmlformats.org/drawingml/2006/main">
            <a:off x="6263640" y="1600200"/>
            <a:ext cx="5440680" cy="1920240"/>
          </a:xfrm>
          <a:prstGeom xmlns:a="http://schemas.openxmlformats.org/drawingml/2006/main" prst="roundRect">
            <a:avLst>
              <a:gd name="adj" fmla="val 4286"/>
            </a:avLst>
          </a:prstGeom>
          <a:solidFill xmlns:a="http://schemas.openxmlformats.org/drawingml/2006/main">
            <a:srgbClr val="FFFEFB"/>
          </a:solidFill>
          <a:ln xmlns:a="http://schemas.openxmlformats.org/drawingml/2006/main" w="9525">
            <a:solidFill>
              <a:srgbClr val="DBE7FF"/>
            </a:solidFill>
            <a:prstDash val="solid"/>
          </a:ln>
          <a:effectLst xmlns:a="http://schemas.openxmlformats.org/drawingml/2006/main">
            <a:outerShdw blurRad="127000" dist="25400" dir="5400000" algn="bl" rotWithShape="0">
              <a:srgbClr val="9AA7B4">
                <a:alpha val="28000"/>
              </a:srgbClr>
            </a:outerShdw>
          </a:effectLst>
        </p:spPr>
      </p:sp>
      <p:sp>
        <p:nvSpPr>
          <p:cNvPr id="10" name="Shape 7">
            <a:extLst xmlns:a="http://schemas.openxmlformats.org/drawingml/2006/main">
              <a:ext uri="{FF2B5EF4-FFF2-40B4-BE49-F238E27FC236}">
                <a16:creationId xmlns:a16="http://schemas.microsoft.com/office/drawing/2014/main" id="{7DCDD673-530F-41A6-BE30-24AE05BE272C}"/>
              </a:ext>
            </a:extLst>
          </p:cNvPr>
          <p:cNvSpPr>
            <a:spLocks xmlns:a="http://schemas.openxmlformats.org/drawingml/2006/main" noGrp="1"/>
          </p:cNvSpPr>
          <p:nvPr/>
        </p:nvSpPr>
        <p:spPr>
          <a:xfrm xmlns:a="http://schemas.openxmlformats.org/drawingml/2006/main">
            <a:off x="6537960" y="2221992"/>
            <a:ext cx="658368" cy="658368"/>
          </a:xfrm>
          <a:prstGeom xmlns:a="http://schemas.openxmlformats.org/drawingml/2006/main" prst="ellipse">
            <a:avLst/>
          </a:prstGeom>
          <a:solidFill xmlns:a="http://schemas.openxmlformats.org/drawingml/2006/main">
            <a:srgbClr val="155DFC"/>
          </a:solidFill>
          <a:ln xmlns:a="http://schemas.openxmlformats.org/drawingml/2006/main" w="0">
            <a:solidFill>
              <a:srgbClr val="155DFC"/>
            </a:solidFill>
            <a:prstDash val="solid"/>
          </a:ln>
        </p:spPr>
      </p:sp>
      <p:pic>
        <p:nvPicPr>
          <p:cNvPr id="38" name="Image 1"/>
          <p:cNvPicPr>
            <a:picLocks xmlns:a="http://schemas.openxmlformats.org/drawingml/2006/main" noChangeAspect="1"/>
          </p:cNvPicPr>
          <p:nvPr/>
        </p:nvPicPr>
        <p:blipFill>
          <a:blip xmlns:r="http://schemas.openxmlformats.org/officeDocument/2006/relationships" xmlns:a="http://schemas.openxmlformats.org/drawingml/2006/main" r:embed="R2b320872801b455c"/>
          <a:stretch xmlns:a="http://schemas.openxmlformats.org/drawingml/2006/main">
            <a:fillRect l="0" t="0" r="0" b="0"/>
          </a:stretch>
        </p:blipFill>
        <p:spPr>
          <a:xfrm xmlns:a="http://schemas.openxmlformats.org/drawingml/2006/main">
            <a:off x="6709136" y="2393168"/>
            <a:ext cx="316017" cy="316017"/>
          </a:xfrm>
          <a:prstGeom xmlns:a="http://schemas.openxmlformats.org/drawingml/2006/main" prst="rect">
            <a:avLst/>
          </a:prstGeom>
        </p:spPr>
      </p:pic>
      <p:sp>
        <p:nvSpPr>
          <p:cNvPr id="12" name="Text 8">
            <a:extLst xmlns:a="http://schemas.openxmlformats.org/drawingml/2006/main">
              <a:ext uri="{FF2B5EF4-FFF2-40B4-BE49-F238E27FC236}">
                <a16:creationId xmlns:a16="http://schemas.microsoft.com/office/drawing/2014/main" id="{2EF4D06C-AA47-496D-9D85-BDB9F4AB811D}"/>
              </a:ext>
            </a:extLst>
          </p:cNvPr>
          <p:cNvSpPr>
            <a:spLocks xmlns:a="http://schemas.openxmlformats.org/drawingml/2006/main" noGrp="1"/>
          </p:cNvSpPr>
          <p:nvPr/>
        </p:nvSpPr>
        <p:spPr>
          <a:xfrm xmlns:a="http://schemas.openxmlformats.org/drawingml/2006/main">
            <a:off x="7360920" y="2075688"/>
            <a:ext cx="40690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350" b="1">
                <a:solidFill>
                  <a:srgbClr val="1E3A8A"/>
                </a:solidFill>
                <a:latin typeface="Poppins"/>
                <a:ea typeface="Poppins"/>
                <a:cs typeface="Poppins"/>
              </a:defRPr>
            </a:pPr>
            <a:r>
              <a:rPr sz="1350" b="1">
                <a:solidFill>
                  <a:srgbClr val="1E3A8A"/>
                </a:solidFill>
                <a:latin typeface="Poppins"/>
                <a:ea typeface="Poppins"/>
                <a:cs typeface="Poppins"/>
              </a:rPr>
              <a:t>Outgoing mail register</a:t>
            </a:r>
            <a:endParaRPr sz="1600"/>
          </a:p>
        </p:txBody>
      </p:sp>
      <p:sp>
        <p:nvSpPr>
          <p:cNvPr id="13" name="Text 9">
            <a:extLst xmlns:a="http://schemas.openxmlformats.org/drawingml/2006/main">
              <a:ext uri="{FF2B5EF4-FFF2-40B4-BE49-F238E27FC236}">
                <a16:creationId xmlns:a16="http://schemas.microsoft.com/office/drawing/2014/main" id="{5B06ED05-33AD-4BEE-BC90-45E5B650FEDB}"/>
              </a:ext>
            </a:extLst>
          </p:cNvPr>
          <p:cNvSpPr>
            <a:spLocks xmlns:a="http://schemas.openxmlformats.org/drawingml/2006/main" noGrp="1"/>
          </p:cNvSpPr>
          <p:nvPr/>
        </p:nvSpPr>
        <p:spPr>
          <a:xfrm xmlns:a="http://schemas.openxmlformats.org/drawingml/2006/main">
            <a:off x="7360920" y="2532888"/>
            <a:ext cx="406908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defRPr sz="1125">
                <a:solidFill>
                  <a:srgbClr val="374151"/>
                </a:solidFill>
                <a:latin typeface="Segoe UI"/>
                <a:ea typeface="Segoe UI"/>
                <a:cs typeface="Segoe UI"/>
              </a:defRPr>
            </a:pPr>
            <a:r>
              <a:rPr sz="1125">
                <a:solidFill>
                  <a:srgbClr val="374151"/>
                </a:solidFill>
                <a:latin typeface="Segoe UI"/>
                <a:ea typeface="Segoe UI"/>
                <a:cs typeface="Segoe UI"/>
              </a:rPr>
              <a:t>Record letters going out, the recipient and the matter they respond to, with a recipient directory and aliases.</a:t>
            </a:r>
            <a:endParaRPr sz="1200"/>
          </a:p>
        </p:txBody>
      </p:sp>
      <p:sp>
        <p:nvSpPr>
          <p:cNvPr id="14" name="Shape 10">
            <a:extLst xmlns:a="http://schemas.openxmlformats.org/drawingml/2006/main">
              <a:ext uri="{FF2B5EF4-FFF2-40B4-BE49-F238E27FC236}">
                <a16:creationId xmlns:a16="http://schemas.microsoft.com/office/drawing/2014/main" id="{AA56D031-4E44-44BE-98B4-6B9610B3739B}"/>
              </a:ext>
            </a:extLst>
          </p:cNvPr>
          <p:cNvSpPr>
            <a:spLocks xmlns:a="http://schemas.openxmlformats.org/drawingml/2006/main" noGrp="1"/>
          </p:cNvSpPr>
          <p:nvPr/>
        </p:nvSpPr>
        <p:spPr>
          <a:xfrm xmlns:a="http://schemas.openxmlformats.org/drawingml/2006/main">
            <a:off x="566928" y="3794760"/>
            <a:ext cx="5440680" cy="1920240"/>
          </a:xfrm>
          <a:prstGeom xmlns:a="http://schemas.openxmlformats.org/drawingml/2006/main" prst="roundRect">
            <a:avLst>
              <a:gd name="adj" fmla="val 4286"/>
            </a:avLst>
          </a:prstGeom>
          <a:solidFill xmlns:a="http://schemas.openxmlformats.org/drawingml/2006/main">
            <a:srgbClr val="FFFEFB"/>
          </a:solidFill>
          <a:ln xmlns:a="http://schemas.openxmlformats.org/drawingml/2006/main" w="9525">
            <a:solidFill>
              <a:srgbClr val="DBE7FF"/>
            </a:solidFill>
            <a:prstDash val="solid"/>
          </a:ln>
          <a:effectLst xmlns:a="http://schemas.openxmlformats.org/drawingml/2006/main">
            <a:outerShdw blurRad="127000" dist="25400" dir="5400000" algn="bl" rotWithShape="0">
              <a:srgbClr val="9AA7B4">
                <a:alpha val="28000"/>
              </a:srgbClr>
            </a:outerShdw>
          </a:effectLst>
        </p:spPr>
      </p:sp>
      <p:sp>
        <p:nvSpPr>
          <p:cNvPr id="15" name="Shape 11">
            <a:extLst xmlns:a="http://schemas.openxmlformats.org/drawingml/2006/main">
              <a:ext uri="{FF2B5EF4-FFF2-40B4-BE49-F238E27FC236}">
                <a16:creationId xmlns:a16="http://schemas.microsoft.com/office/drawing/2014/main" id="{935B12BB-67E2-420D-BAEA-1141DB8DF954}"/>
              </a:ext>
            </a:extLst>
          </p:cNvPr>
          <p:cNvSpPr>
            <a:spLocks xmlns:a="http://schemas.openxmlformats.org/drawingml/2006/main" noGrp="1"/>
          </p:cNvSpPr>
          <p:nvPr/>
        </p:nvSpPr>
        <p:spPr>
          <a:xfrm xmlns:a="http://schemas.openxmlformats.org/drawingml/2006/main">
            <a:off x="841248" y="4416552"/>
            <a:ext cx="658368" cy="658368"/>
          </a:xfrm>
          <a:prstGeom xmlns:a="http://schemas.openxmlformats.org/drawingml/2006/main" prst="ellipse">
            <a:avLst/>
          </a:prstGeom>
          <a:solidFill xmlns:a="http://schemas.openxmlformats.org/drawingml/2006/main">
            <a:srgbClr val="155DFC"/>
          </a:solidFill>
          <a:ln xmlns:a="http://schemas.openxmlformats.org/drawingml/2006/main" w="0">
            <a:solidFill>
              <a:srgbClr val="155DFC"/>
            </a:solidFill>
            <a:prstDash val="solid"/>
          </a:ln>
        </p:spPr>
      </p:sp>
      <p:pic>
        <p:nvPicPr>
          <p:cNvPr id="43" name="Image 2"/>
          <p:cNvPicPr>
            <a:picLocks xmlns:a="http://schemas.openxmlformats.org/drawingml/2006/main" noChangeAspect="1"/>
          </p:cNvPicPr>
          <p:nvPr/>
        </p:nvPicPr>
        <p:blipFill>
          <a:blip xmlns:r="http://schemas.openxmlformats.org/officeDocument/2006/relationships" xmlns:a="http://schemas.openxmlformats.org/drawingml/2006/main" r:embed="Rfbd85148d3c14fb1"/>
          <a:stretch xmlns:a="http://schemas.openxmlformats.org/drawingml/2006/main">
            <a:fillRect l="0" t="0" r="0" b="0"/>
          </a:stretch>
        </p:blipFill>
        <p:spPr>
          <a:xfrm xmlns:a="http://schemas.openxmlformats.org/drawingml/2006/main">
            <a:off x="1012424" y="4587728"/>
            <a:ext cx="316017" cy="316017"/>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96FCC105-488D-48EB-B5A6-9DC35E551C18}"/>
              </a:ext>
            </a:extLst>
          </p:cNvPr>
          <p:cNvSpPr>
            <a:spLocks xmlns:a="http://schemas.openxmlformats.org/drawingml/2006/main" noGrp="1"/>
          </p:cNvSpPr>
          <p:nvPr/>
        </p:nvSpPr>
        <p:spPr>
          <a:xfrm xmlns:a="http://schemas.openxmlformats.org/drawingml/2006/main">
            <a:off x="1664208" y="4270248"/>
            <a:ext cx="40690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350" b="1">
                <a:solidFill>
                  <a:srgbClr val="1E3A8A"/>
                </a:solidFill>
                <a:latin typeface="Poppins"/>
                <a:ea typeface="Poppins"/>
                <a:cs typeface="Poppins"/>
              </a:defRPr>
            </a:pPr>
            <a:r>
              <a:rPr sz="1350" b="1">
                <a:solidFill>
                  <a:srgbClr val="1E3A8A"/>
                </a:solidFill>
                <a:latin typeface="Poppins"/>
                <a:ea typeface="Poppins"/>
                <a:cs typeface="Poppins"/>
              </a:rPr>
              <a:t>Scanned attachments</a:t>
            </a:r>
            <a:endParaRPr sz="1600"/>
          </a:p>
        </p:txBody>
      </p:sp>
      <p:sp>
        <p:nvSpPr>
          <p:cNvPr id="18" name="Text 13">
            <a:extLst xmlns:a="http://schemas.openxmlformats.org/drawingml/2006/main">
              <a:ext uri="{FF2B5EF4-FFF2-40B4-BE49-F238E27FC236}">
                <a16:creationId xmlns:a16="http://schemas.microsoft.com/office/drawing/2014/main" id="{4852FFE0-45A8-4A30-B830-E060462DABC5}"/>
              </a:ext>
            </a:extLst>
          </p:cNvPr>
          <p:cNvSpPr>
            <a:spLocks xmlns:a="http://schemas.openxmlformats.org/drawingml/2006/main" noGrp="1"/>
          </p:cNvSpPr>
          <p:nvPr/>
        </p:nvSpPr>
        <p:spPr>
          <a:xfrm xmlns:a="http://schemas.openxmlformats.org/drawingml/2006/main">
            <a:off x="1664208" y="4727448"/>
            <a:ext cx="406908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defRPr sz="1125">
                <a:solidFill>
                  <a:srgbClr val="374151"/>
                </a:solidFill>
                <a:latin typeface="Segoe UI"/>
                <a:ea typeface="Segoe UI"/>
                <a:cs typeface="Segoe UI"/>
              </a:defRPr>
            </a:pPr>
            <a:r>
              <a:rPr sz="1125">
                <a:solidFill>
                  <a:srgbClr val="374151"/>
                </a:solidFill>
                <a:latin typeface="Segoe UI"/>
                <a:ea typeface="Segoe UI"/>
                <a:cs typeface="Segoe UI"/>
              </a:rPr>
              <a:t>Attach the scanned letter and supporting documents. Preview or download from any screen; replace when a better scan arrives.</a:t>
            </a:r>
            <a:endParaRPr sz="1200"/>
          </a:p>
        </p:txBody>
      </p:sp>
      <p:sp>
        <p:nvSpPr>
          <p:cNvPr id="19" name="Shape 14">
            <a:extLst xmlns:a="http://schemas.openxmlformats.org/drawingml/2006/main">
              <a:ext uri="{FF2B5EF4-FFF2-40B4-BE49-F238E27FC236}">
                <a16:creationId xmlns:a16="http://schemas.microsoft.com/office/drawing/2014/main" id="{32652E26-2514-4384-BFD8-058D6504576E}"/>
              </a:ext>
            </a:extLst>
          </p:cNvPr>
          <p:cNvSpPr>
            <a:spLocks xmlns:a="http://schemas.openxmlformats.org/drawingml/2006/main" noGrp="1"/>
          </p:cNvSpPr>
          <p:nvPr/>
        </p:nvSpPr>
        <p:spPr>
          <a:xfrm xmlns:a="http://schemas.openxmlformats.org/drawingml/2006/main">
            <a:off x="6263640" y="3794760"/>
            <a:ext cx="5440680" cy="1920240"/>
          </a:xfrm>
          <a:prstGeom xmlns:a="http://schemas.openxmlformats.org/drawingml/2006/main" prst="roundRect">
            <a:avLst>
              <a:gd name="adj" fmla="val 4286"/>
            </a:avLst>
          </a:prstGeom>
          <a:solidFill xmlns:a="http://schemas.openxmlformats.org/drawingml/2006/main">
            <a:srgbClr val="FFFEFB"/>
          </a:solidFill>
          <a:ln xmlns:a="http://schemas.openxmlformats.org/drawingml/2006/main" w="9525">
            <a:solidFill>
              <a:srgbClr val="DBE7FF"/>
            </a:solidFill>
            <a:prstDash val="solid"/>
          </a:ln>
          <a:effectLst xmlns:a="http://schemas.openxmlformats.org/drawingml/2006/main">
            <a:outerShdw blurRad="127000" dist="25400" dir="5400000" algn="bl" rotWithShape="0">
              <a:srgbClr val="9AA7B4">
                <a:alpha val="28000"/>
              </a:srgbClr>
            </a:outerShdw>
          </a:effectLst>
        </p:spPr>
      </p:sp>
      <p:sp>
        <p:nvSpPr>
          <p:cNvPr id="20" name="Shape 15">
            <a:extLst xmlns:a="http://schemas.openxmlformats.org/drawingml/2006/main">
              <a:ext uri="{FF2B5EF4-FFF2-40B4-BE49-F238E27FC236}">
                <a16:creationId xmlns:a16="http://schemas.microsoft.com/office/drawing/2014/main" id="{6B3BB333-6C69-42A7-A7DF-0455FDA2D3B3}"/>
              </a:ext>
            </a:extLst>
          </p:cNvPr>
          <p:cNvSpPr>
            <a:spLocks xmlns:a="http://schemas.openxmlformats.org/drawingml/2006/main" noGrp="1"/>
          </p:cNvSpPr>
          <p:nvPr/>
        </p:nvSpPr>
        <p:spPr>
          <a:xfrm xmlns:a="http://schemas.openxmlformats.org/drawingml/2006/main">
            <a:off x="6537960" y="4416552"/>
            <a:ext cx="658368" cy="658368"/>
          </a:xfrm>
          <a:prstGeom xmlns:a="http://schemas.openxmlformats.org/drawingml/2006/main" prst="ellipse">
            <a:avLst/>
          </a:prstGeom>
          <a:solidFill xmlns:a="http://schemas.openxmlformats.org/drawingml/2006/main">
            <a:srgbClr val="155DFC"/>
          </a:solidFill>
          <a:ln xmlns:a="http://schemas.openxmlformats.org/drawingml/2006/main" w="0">
            <a:solidFill>
              <a:srgbClr val="155DFC"/>
            </a:solidFill>
            <a:prstDash val="solid"/>
          </a:ln>
        </p:spPr>
      </p:sp>
      <p:pic>
        <p:nvPicPr>
          <p:cNvPr id="48" name="Image 3"/>
          <p:cNvPicPr>
            <a:picLocks xmlns:a="http://schemas.openxmlformats.org/drawingml/2006/main" noChangeAspect="1"/>
          </p:cNvPicPr>
          <p:nvPr/>
        </p:nvPicPr>
        <p:blipFill>
          <a:blip xmlns:r="http://schemas.openxmlformats.org/officeDocument/2006/relationships" xmlns:a="http://schemas.openxmlformats.org/drawingml/2006/main" r:embed="R6d532f89a4c64f05"/>
          <a:stretch xmlns:a="http://schemas.openxmlformats.org/drawingml/2006/main">
            <a:fillRect l="0" t="0" r="0" b="0"/>
          </a:stretch>
        </p:blipFill>
        <p:spPr>
          <a:xfrm xmlns:a="http://schemas.openxmlformats.org/drawingml/2006/main">
            <a:off x="6709136" y="4587728"/>
            <a:ext cx="316017" cy="316017"/>
          </a:xfrm>
          <a:prstGeom xmlns:a="http://schemas.openxmlformats.org/drawingml/2006/main" prst="rect">
            <a:avLst/>
          </a:prstGeom>
        </p:spPr>
      </p:pic>
      <p:sp>
        <p:nvSpPr>
          <p:cNvPr id="22" name="Text 16">
            <a:extLst xmlns:a="http://schemas.openxmlformats.org/drawingml/2006/main">
              <a:ext uri="{FF2B5EF4-FFF2-40B4-BE49-F238E27FC236}">
                <a16:creationId xmlns:a16="http://schemas.microsoft.com/office/drawing/2014/main" id="{A9624E81-1537-4943-93CF-32B35D2297DA}"/>
              </a:ext>
            </a:extLst>
          </p:cNvPr>
          <p:cNvSpPr>
            <a:spLocks xmlns:a="http://schemas.openxmlformats.org/drawingml/2006/main" noGrp="1"/>
          </p:cNvSpPr>
          <p:nvPr/>
        </p:nvSpPr>
        <p:spPr>
          <a:xfrm xmlns:a="http://schemas.openxmlformats.org/drawingml/2006/main">
            <a:off x="7360920" y="4270248"/>
            <a:ext cx="40690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350" b="1">
                <a:solidFill>
                  <a:srgbClr val="1E3A8A"/>
                </a:solidFill>
                <a:latin typeface="Poppins"/>
                <a:ea typeface="Poppins"/>
                <a:cs typeface="Poppins"/>
              </a:defRPr>
            </a:pPr>
            <a:r>
              <a:rPr sz="1350" b="1">
                <a:solidFill>
                  <a:srgbClr val="1E3A8A"/>
                </a:solidFill>
                <a:latin typeface="Poppins"/>
                <a:ea typeface="Poppins"/>
                <a:cs typeface="Poppins"/>
              </a:rPr>
              <a:t>Filing, printing &amp; re-opening</a:t>
            </a:r>
            <a:endParaRPr sz="1600"/>
          </a:p>
        </p:txBody>
      </p:sp>
      <p:sp>
        <p:nvSpPr>
          <p:cNvPr id="23" name="Text 17">
            <a:extLst xmlns:a="http://schemas.openxmlformats.org/drawingml/2006/main">
              <a:ext uri="{FF2B5EF4-FFF2-40B4-BE49-F238E27FC236}">
                <a16:creationId xmlns:a16="http://schemas.microsoft.com/office/drawing/2014/main" id="{CE60DE78-940A-48C5-BA35-49070A6EDF03}"/>
              </a:ext>
            </a:extLst>
          </p:cNvPr>
          <p:cNvSpPr>
            <a:spLocks xmlns:a="http://schemas.openxmlformats.org/drawingml/2006/main" noGrp="1"/>
          </p:cNvSpPr>
          <p:nvPr/>
        </p:nvSpPr>
        <p:spPr>
          <a:xfrm xmlns:a="http://schemas.openxmlformats.org/drawingml/2006/main">
            <a:off x="7360920" y="4727448"/>
            <a:ext cx="406908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defRPr sz="1125">
                <a:solidFill>
                  <a:srgbClr val="374151"/>
                </a:solidFill>
                <a:latin typeface="Segoe UI"/>
                <a:ea typeface="Segoe UI"/>
                <a:cs typeface="Segoe UI"/>
              </a:defRPr>
            </a:pPr>
            <a:r>
              <a:rPr sz="1125">
                <a:solidFill>
                  <a:srgbClr val="374151"/>
                </a:solidFill>
                <a:latin typeface="Segoe UI"/>
                <a:ea typeface="Segoe UI"/>
                <a:cs typeface="Segoe UI"/>
              </a:rPr>
              <a:t>File a completed matter under a file reference, print a clean cover sheet, and re-open it if the issue comes back.</a:t>
            </a:r>
            <a:endParaRPr sz="1200"/>
          </a:p>
        </p:txBody>
      </p:sp>
      <p:sp>
        <p:nvSpPr>
          <p:cNvPr id="24" name="Text 18">
            <a:extLst xmlns:a="http://schemas.openxmlformats.org/drawingml/2006/main">
              <a:ext uri="{FF2B5EF4-FFF2-40B4-BE49-F238E27FC236}">
                <a16:creationId xmlns:a16="http://schemas.microsoft.com/office/drawing/2014/main" id="{F84E48E4-6933-468B-9082-E9BB59A2A005}"/>
              </a:ext>
            </a:extLst>
          </p:cNvPr>
          <p:cNvSpPr>
            <a:spLocks xmlns:a="http://schemas.openxmlformats.org/drawingml/2006/main" noGrp="1"/>
          </p:cNvSpPr>
          <p:nvPr/>
        </p:nvSpPr>
        <p:spPr>
          <a:xfrm xmlns:a="http://schemas.openxmlformats.org/drawingml/2006/main">
            <a:off x="566928" y="5806440"/>
            <a:ext cx="11064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975" i="1">
                <a:solidFill>
                  <a:srgbClr val="64748B"/>
                </a:solidFill>
                <a:latin typeface="Segoe UI"/>
                <a:ea typeface="Segoe UI"/>
                <a:cs typeface="Segoe UI"/>
              </a:defRPr>
            </a:pPr>
            <a:r>
              <a:rPr sz="975" i="1">
                <a:solidFill>
                  <a:srgbClr val="64748B"/>
                </a:solidFill>
                <a:latin typeface="Segoe UI"/>
                <a:ea typeface="Segoe UI"/>
                <a:cs typeface="Segoe UI"/>
              </a:rPr>
              <a:t>Search across both registers by reference, sender, subject or officer — results are scoped to what your role is allowed to see.</a:t>
            </a:r>
            <a:endParaRPr sz="1250"/>
          </a:p>
        </p:txBody>
      </p:sp>
    </p:spTree>
    <p:extLst>
      <p:ext uri="{BB962C8B-B14F-4D97-AF65-F5344CB8AC3E}">
        <p14:creationId xmlns:p14="http://schemas.microsoft.com/office/powerpoint/2010/main" val="1306708816"/>
      </p:ext>
    </p:extLst>
  </p:cSld>
</p:sld>
</file>

<file path=ppt/slides/slide5.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F6980BF-E8F3-4861-B0F8-40DF1D53303C}"/>
              </a:ext>
            </a:extLst>
          </p:cNvPr>
          <p:cNvSpPr>
            <a:spLocks xmlns:a="http://schemas.openxmlformats.org/drawingml/2006/main" noGrp="1"/>
          </p:cNvSpPr>
          <p:nvPr/>
        </p:nvSpPr>
        <p:spPr>
          <a:xfrm xmlns:a="http://schemas.openxmlformats.org/drawingml/2006/main">
            <a:off x="566928" y="384048"/>
            <a:ext cx="8229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125" b="1">
                <a:solidFill>
                  <a:srgbClr val="155DFC"/>
                </a:solidFill>
                <a:latin typeface="Poppins"/>
                <a:ea typeface="Poppins"/>
                <a:cs typeface="Poppins"/>
              </a:defRPr>
            </a:pPr>
            <a:r>
              <a:rPr sz="1125" b="1">
                <a:solidFill>
                  <a:srgbClr val="155DFC"/>
                </a:solidFill>
                <a:latin typeface="Poppins"/>
                <a:ea typeface="Poppins"/>
                <a:cs typeface="Poppins"/>
              </a:rPr>
              <a:t>FEATURES</a:t>
            </a:r>
            <a:endParaRPr sz="1200"/>
          </a:p>
        </p:txBody>
      </p:sp>
      <p:sp>
        <p:nvSpPr>
          <p:cNvPr id="3" name="Text 1">
            <a:extLst xmlns:a="http://schemas.openxmlformats.org/drawingml/2006/main">
              <a:ext uri="{FF2B5EF4-FFF2-40B4-BE49-F238E27FC236}">
                <a16:creationId xmlns:a16="http://schemas.microsoft.com/office/drawing/2014/main" id="{F492F8BD-CB66-4EA7-8F39-9F8DE6A344EB}"/>
              </a:ext>
            </a:extLst>
          </p:cNvPr>
          <p:cNvSpPr>
            <a:spLocks xmlns:a="http://schemas.openxmlformats.org/drawingml/2006/main" noGrp="1"/>
          </p:cNvSpPr>
          <p:nvPr/>
        </p:nvSpPr>
        <p:spPr>
          <a:xfrm xmlns:a="http://schemas.openxmlformats.org/drawingml/2006/main">
            <a:off x="566928" y="658368"/>
            <a:ext cx="11055096"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95000"/>
              </a:lnSpc>
              <a:buNone/>
              <a:defRPr sz="3450" b="1">
                <a:solidFill>
                  <a:srgbClr val="1E3A8A"/>
                </a:solidFill>
                <a:latin typeface="Poppins"/>
                <a:ea typeface="Poppins"/>
                <a:cs typeface="Poppins"/>
              </a:defRPr>
            </a:pPr>
            <a:r>
              <a:rPr sz="3450" b="1">
                <a:solidFill>
                  <a:srgbClr val="1E3A8A"/>
                </a:solidFill>
                <a:latin typeface="Poppins"/>
                <a:ea typeface="Poppins"/>
                <a:cs typeface="Poppins"/>
              </a:rPr>
              <a:t>Features 2: assignments and accountability</a:t>
            </a:r>
            <a:endParaRPr sz="3400"/>
          </a:p>
        </p:txBody>
      </p:sp>
      <p:sp>
        <p:nvSpPr>
          <p:cNvPr id="4" name="Shape 2">
            <a:extLst xmlns:a="http://schemas.openxmlformats.org/drawingml/2006/main">
              <a:ext uri="{FF2B5EF4-FFF2-40B4-BE49-F238E27FC236}">
                <a16:creationId xmlns:a16="http://schemas.microsoft.com/office/drawing/2014/main" id="{B04D70E1-87EE-42BF-B65B-F3DACD99B678}"/>
              </a:ext>
            </a:extLst>
          </p:cNvPr>
          <p:cNvSpPr>
            <a:spLocks xmlns:a="http://schemas.openxmlformats.org/drawingml/2006/main" noGrp="1"/>
          </p:cNvSpPr>
          <p:nvPr/>
        </p:nvSpPr>
        <p:spPr>
          <a:xfrm xmlns:a="http://schemas.openxmlformats.org/drawingml/2006/main">
            <a:off x="566928" y="1536192"/>
            <a:ext cx="11064240" cy="969264"/>
          </a:xfrm>
          <a:prstGeom xmlns:a="http://schemas.openxmlformats.org/drawingml/2006/main" prst="roundRect">
            <a:avLst>
              <a:gd name="adj" fmla="val 8491"/>
            </a:avLst>
          </a:prstGeom>
          <a:solidFill xmlns:a="http://schemas.openxmlformats.org/drawingml/2006/main">
            <a:srgbClr val="FFFEFB"/>
          </a:solidFill>
          <a:ln xmlns:a="http://schemas.openxmlformats.org/drawingml/2006/main" w="9525">
            <a:solidFill>
              <a:srgbClr val="DBE7FF"/>
            </a:solidFill>
            <a:prstDash val="solid"/>
          </a:ln>
          <a:effectLst xmlns:a="http://schemas.openxmlformats.org/drawingml/2006/main">
            <a:outerShdw blurRad="127000" dist="25400" dir="5400000" algn="bl" rotWithShape="0">
              <a:srgbClr val="9AA7B4">
                <a:alpha val="28000"/>
              </a:srgbClr>
            </a:outerShdw>
          </a:effectLst>
        </p:spPr>
      </p:sp>
      <p:sp>
        <p:nvSpPr>
          <p:cNvPr id="5" name="Shape 3">
            <a:extLst xmlns:a="http://schemas.openxmlformats.org/drawingml/2006/main">
              <a:ext uri="{FF2B5EF4-FFF2-40B4-BE49-F238E27FC236}">
                <a16:creationId xmlns:a16="http://schemas.microsoft.com/office/drawing/2014/main" id="{C8F1BCCB-68D8-4C6C-95E1-CBA3737988A2}"/>
              </a:ext>
            </a:extLst>
          </p:cNvPr>
          <p:cNvSpPr>
            <a:spLocks xmlns:a="http://schemas.openxmlformats.org/drawingml/2006/main" noGrp="1"/>
          </p:cNvSpPr>
          <p:nvPr/>
        </p:nvSpPr>
        <p:spPr>
          <a:xfrm xmlns:a="http://schemas.openxmlformats.org/drawingml/2006/main">
            <a:off x="841248" y="1755648"/>
            <a:ext cx="621792" cy="621792"/>
          </a:xfrm>
          <a:prstGeom xmlns:a="http://schemas.openxmlformats.org/drawingml/2006/main" prst="ellipse">
            <a:avLst/>
          </a:prstGeom>
          <a:solidFill xmlns:a="http://schemas.openxmlformats.org/drawingml/2006/main">
            <a:srgbClr val="155DFC"/>
          </a:solidFill>
          <a:ln xmlns:a="http://schemas.openxmlformats.org/drawingml/2006/main" w="0">
            <a:solidFill>
              <a:srgbClr val="155DFC"/>
            </a:solidFill>
            <a:prstDash val="solid"/>
          </a:ln>
        </p:spPr>
      </p:sp>
      <p:pic>
        <p:nvPicPr>
          <p:cNvPr id="33" name="Image 0"/>
          <p:cNvPicPr>
            <a:picLocks xmlns:a="http://schemas.openxmlformats.org/drawingml/2006/main" noChangeAspect="1"/>
          </p:cNvPicPr>
          <p:nvPr/>
        </p:nvPicPr>
        <p:blipFill>
          <a:blip xmlns:r="http://schemas.openxmlformats.org/officeDocument/2006/relationships" xmlns:a="http://schemas.openxmlformats.org/drawingml/2006/main" r:embed="R10d4a46979ab414d"/>
          <a:stretch xmlns:a="http://schemas.openxmlformats.org/drawingml/2006/main">
            <a:fillRect l="0" t="0" r="0" b="0"/>
          </a:stretch>
        </p:blipFill>
        <p:spPr>
          <a:xfrm xmlns:a="http://schemas.openxmlformats.org/drawingml/2006/main">
            <a:off x="1002914" y="1917314"/>
            <a:ext cx="298460" cy="298460"/>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E4FFD3FC-46E5-4CC4-B43A-9E0B7CA61A2B}"/>
              </a:ext>
            </a:extLst>
          </p:cNvPr>
          <p:cNvSpPr>
            <a:spLocks xmlns:a="http://schemas.openxmlformats.org/drawingml/2006/main" noGrp="1"/>
          </p:cNvSpPr>
          <p:nvPr/>
        </p:nvSpPr>
        <p:spPr>
          <a:xfrm xmlns:a="http://schemas.openxmlformats.org/drawingml/2006/main">
            <a:off x="1664208" y="1655064"/>
            <a:ext cx="3200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350" b="1">
                <a:solidFill>
                  <a:srgbClr val="1E3A8A"/>
                </a:solidFill>
                <a:latin typeface="Poppins"/>
                <a:ea typeface="Poppins"/>
                <a:cs typeface="Poppins"/>
              </a:defRPr>
            </a:pPr>
            <a:r>
              <a:rPr sz="1350" b="1">
                <a:solidFill>
                  <a:srgbClr val="1E3A8A"/>
                </a:solidFill>
                <a:latin typeface="Poppins"/>
                <a:ea typeface="Poppins"/>
                <a:cs typeface="Poppins"/>
              </a:rPr>
              <a:t>Assign, delegate and re-assign</a:t>
            </a:r>
            <a:endParaRPr sz="1500"/>
          </a:p>
        </p:txBody>
      </p:sp>
      <p:sp>
        <p:nvSpPr>
          <p:cNvPr id="8" name="Text 5">
            <a:extLst xmlns:a="http://schemas.openxmlformats.org/drawingml/2006/main">
              <a:ext uri="{FF2B5EF4-FFF2-40B4-BE49-F238E27FC236}">
                <a16:creationId xmlns:a16="http://schemas.microsoft.com/office/drawing/2014/main" id="{63DD243B-BCBB-4FF4-863A-BB19439DD85D}"/>
              </a:ext>
            </a:extLst>
          </p:cNvPr>
          <p:cNvSpPr>
            <a:spLocks xmlns:a="http://schemas.openxmlformats.org/drawingml/2006/main" noGrp="1"/>
          </p:cNvSpPr>
          <p:nvPr/>
        </p:nvSpPr>
        <p:spPr>
          <a:xfrm xmlns:a="http://schemas.openxmlformats.org/drawingml/2006/main">
            <a:off x="5230368" y="1655064"/>
            <a:ext cx="61722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defRPr sz="1125">
                <a:solidFill>
                  <a:srgbClr val="374151"/>
                </a:solidFill>
                <a:latin typeface="Segoe UI"/>
                <a:ea typeface="Segoe UI"/>
                <a:cs typeface="Segoe UI"/>
              </a:defRPr>
            </a:pPr>
            <a:r>
              <a:rPr sz="1125">
                <a:solidFill>
                  <a:srgbClr val="374151"/>
                </a:solidFill>
                <a:latin typeface="Segoe UI"/>
                <a:ea typeface="Segoe UI"/>
                <a:cs typeface="Segoe UI"/>
              </a:rPr>
              <a:t>Assign to a department, office or officer; delegate further down the line; re-assign when someone is away — the history is never lost.</a:t>
            </a:r>
            <a:endParaRPr sz="1200"/>
          </a:p>
        </p:txBody>
      </p:sp>
      <p:sp>
        <p:nvSpPr>
          <p:cNvPr id="9" name="Shape 6">
            <a:extLst xmlns:a="http://schemas.openxmlformats.org/drawingml/2006/main">
              <a:ext uri="{FF2B5EF4-FFF2-40B4-BE49-F238E27FC236}">
                <a16:creationId xmlns:a16="http://schemas.microsoft.com/office/drawing/2014/main" id="{790C84CD-47EF-46D5-B16D-9BABADE717DB}"/>
              </a:ext>
            </a:extLst>
          </p:cNvPr>
          <p:cNvSpPr>
            <a:spLocks xmlns:a="http://schemas.openxmlformats.org/drawingml/2006/main" noGrp="1"/>
          </p:cNvSpPr>
          <p:nvPr/>
        </p:nvSpPr>
        <p:spPr>
          <a:xfrm xmlns:a="http://schemas.openxmlformats.org/drawingml/2006/main">
            <a:off x="566928" y="2624328"/>
            <a:ext cx="11064240" cy="969264"/>
          </a:xfrm>
          <a:prstGeom xmlns:a="http://schemas.openxmlformats.org/drawingml/2006/main" prst="roundRect">
            <a:avLst>
              <a:gd name="adj" fmla="val 8491"/>
            </a:avLst>
          </a:prstGeom>
          <a:solidFill xmlns:a="http://schemas.openxmlformats.org/drawingml/2006/main">
            <a:srgbClr val="FFFEFB"/>
          </a:solidFill>
          <a:ln xmlns:a="http://schemas.openxmlformats.org/drawingml/2006/main" w="9525">
            <a:solidFill>
              <a:srgbClr val="DBE7FF"/>
            </a:solidFill>
            <a:prstDash val="solid"/>
          </a:ln>
          <a:effectLst xmlns:a="http://schemas.openxmlformats.org/drawingml/2006/main">
            <a:outerShdw blurRad="127000" dist="25400" dir="5400000" algn="bl" rotWithShape="0">
              <a:srgbClr val="9AA7B4">
                <a:alpha val="28000"/>
              </a:srgbClr>
            </a:outerShdw>
          </a:effectLst>
        </p:spPr>
      </p:sp>
      <p:sp>
        <p:nvSpPr>
          <p:cNvPr id="10" name="Shape 7">
            <a:extLst xmlns:a="http://schemas.openxmlformats.org/drawingml/2006/main">
              <a:ext uri="{FF2B5EF4-FFF2-40B4-BE49-F238E27FC236}">
                <a16:creationId xmlns:a16="http://schemas.microsoft.com/office/drawing/2014/main" id="{0DA465AB-69DD-43FA-8954-2DF7ED5E9983}"/>
              </a:ext>
            </a:extLst>
          </p:cNvPr>
          <p:cNvSpPr>
            <a:spLocks xmlns:a="http://schemas.openxmlformats.org/drawingml/2006/main" noGrp="1"/>
          </p:cNvSpPr>
          <p:nvPr/>
        </p:nvSpPr>
        <p:spPr>
          <a:xfrm xmlns:a="http://schemas.openxmlformats.org/drawingml/2006/main">
            <a:off x="841248" y="2843784"/>
            <a:ext cx="621792" cy="621792"/>
          </a:xfrm>
          <a:prstGeom xmlns:a="http://schemas.openxmlformats.org/drawingml/2006/main" prst="ellipse">
            <a:avLst/>
          </a:prstGeom>
          <a:solidFill xmlns:a="http://schemas.openxmlformats.org/drawingml/2006/main">
            <a:srgbClr val="155DFC"/>
          </a:solidFill>
          <a:ln xmlns:a="http://schemas.openxmlformats.org/drawingml/2006/main" w="0">
            <a:solidFill>
              <a:srgbClr val="155DFC"/>
            </a:solidFill>
            <a:prstDash val="solid"/>
          </a:ln>
        </p:spPr>
      </p:sp>
      <p:pic>
        <p:nvPicPr>
          <p:cNvPr id="38" name="Image 1"/>
          <p:cNvPicPr>
            <a:picLocks xmlns:a="http://schemas.openxmlformats.org/drawingml/2006/main" noChangeAspect="1"/>
          </p:cNvPicPr>
          <p:nvPr/>
        </p:nvPicPr>
        <p:blipFill>
          <a:blip xmlns:r="http://schemas.openxmlformats.org/officeDocument/2006/relationships" xmlns:a="http://schemas.openxmlformats.org/drawingml/2006/main" r:embed="R483a62a6105b43d0"/>
          <a:stretch xmlns:a="http://schemas.openxmlformats.org/drawingml/2006/main">
            <a:fillRect l="0" t="0" r="0" b="0"/>
          </a:stretch>
        </p:blipFill>
        <p:spPr>
          <a:xfrm xmlns:a="http://schemas.openxmlformats.org/drawingml/2006/main">
            <a:off x="1002914" y="3005450"/>
            <a:ext cx="298460" cy="298460"/>
          </a:xfrm>
          <a:prstGeom xmlns:a="http://schemas.openxmlformats.org/drawingml/2006/main" prst="rect">
            <a:avLst/>
          </a:prstGeom>
        </p:spPr>
      </p:pic>
      <p:sp>
        <p:nvSpPr>
          <p:cNvPr id="12" name="Text 8">
            <a:extLst xmlns:a="http://schemas.openxmlformats.org/drawingml/2006/main">
              <a:ext uri="{FF2B5EF4-FFF2-40B4-BE49-F238E27FC236}">
                <a16:creationId xmlns:a16="http://schemas.microsoft.com/office/drawing/2014/main" id="{9407A047-9B77-4E93-9FBA-582DB08E4143}"/>
              </a:ext>
            </a:extLst>
          </p:cNvPr>
          <p:cNvSpPr>
            <a:spLocks xmlns:a="http://schemas.openxmlformats.org/drawingml/2006/main" noGrp="1"/>
          </p:cNvSpPr>
          <p:nvPr/>
        </p:nvSpPr>
        <p:spPr>
          <a:xfrm xmlns:a="http://schemas.openxmlformats.org/drawingml/2006/main">
            <a:off x="1664208" y="2743200"/>
            <a:ext cx="3200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350" b="1">
                <a:solidFill>
                  <a:srgbClr val="1E3A8A"/>
                </a:solidFill>
                <a:latin typeface="Poppins"/>
                <a:ea typeface="Poppins"/>
                <a:cs typeface="Poppins"/>
              </a:defRPr>
            </a:pPr>
            <a:r>
              <a:rPr sz="1350" b="1">
                <a:solidFill>
                  <a:srgbClr val="1E3A8A"/>
                </a:solidFill>
                <a:latin typeface="Poppins"/>
                <a:ea typeface="Poppins"/>
                <a:cs typeface="Poppins"/>
              </a:rPr>
              <a:t>Progress updates with evidence</a:t>
            </a:r>
            <a:endParaRPr sz="1500"/>
          </a:p>
        </p:txBody>
      </p:sp>
      <p:sp>
        <p:nvSpPr>
          <p:cNvPr id="13" name="Text 9">
            <a:extLst xmlns:a="http://schemas.openxmlformats.org/drawingml/2006/main">
              <a:ext uri="{FF2B5EF4-FFF2-40B4-BE49-F238E27FC236}">
                <a16:creationId xmlns:a16="http://schemas.microsoft.com/office/drawing/2014/main" id="{A3E9CDD4-694D-48EC-9256-2A23CF33EE4F}"/>
              </a:ext>
            </a:extLst>
          </p:cNvPr>
          <p:cNvSpPr>
            <a:spLocks xmlns:a="http://schemas.openxmlformats.org/drawingml/2006/main" noGrp="1"/>
          </p:cNvSpPr>
          <p:nvPr/>
        </p:nvSpPr>
        <p:spPr>
          <a:xfrm xmlns:a="http://schemas.openxmlformats.org/drawingml/2006/main">
            <a:off x="5230368" y="2743200"/>
            <a:ext cx="61722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defRPr sz="1125">
                <a:solidFill>
                  <a:srgbClr val="374151"/>
                </a:solidFill>
                <a:latin typeface="Segoe UI"/>
                <a:ea typeface="Segoe UI"/>
                <a:cs typeface="Segoe UI"/>
              </a:defRPr>
            </a:pPr>
            <a:r>
              <a:rPr sz="1125">
                <a:solidFill>
                  <a:srgbClr val="374151"/>
                </a:solidFill>
                <a:latin typeface="Segoe UI"/>
                <a:ea typeface="Segoe UI"/>
                <a:cs typeface="Segoe UI"/>
              </a:rPr>
              <a:t>Officers post progress notes, percentage complete and supporting files, so a report is backed by proof, not a phone call.</a:t>
            </a:r>
            <a:endParaRPr sz="1200"/>
          </a:p>
        </p:txBody>
      </p:sp>
      <p:sp>
        <p:nvSpPr>
          <p:cNvPr id="14" name="Shape 10">
            <a:extLst xmlns:a="http://schemas.openxmlformats.org/drawingml/2006/main">
              <a:ext uri="{FF2B5EF4-FFF2-40B4-BE49-F238E27FC236}">
                <a16:creationId xmlns:a16="http://schemas.microsoft.com/office/drawing/2014/main" id="{25019F38-6064-41D8-A6E0-BDC74CD35591}"/>
              </a:ext>
            </a:extLst>
          </p:cNvPr>
          <p:cNvSpPr>
            <a:spLocks xmlns:a="http://schemas.openxmlformats.org/drawingml/2006/main" noGrp="1"/>
          </p:cNvSpPr>
          <p:nvPr/>
        </p:nvSpPr>
        <p:spPr>
          <a:xfrm xmlns:a="http://schemas.openxmlformats.org/drawingml/2006/main">
            <a:off x="566928" y="3712464"/>
            <a:ext cx="11064240" cy="969264"/>
          </a:xfrm>
          <a:prstGeom xmlns:a="http://schemas.openxmlformats.org/drawingml/2006/main" prst="roundRect">
            <a:avLst>
              <a:gd name="adj" fmla="val 8491"/>
            </a:avLst>
          </a:prstGeom>
          <a:solidFill xmlns:a="http://schemas.openxmlformats.org/drawingml/2006/main">
            <a:srgbClr val="FFFEFB"/>
          </a:solidFill>
          <a:ln xmlns:a="http://schemas.openxmlformats.org/drawingml/2006/main" w="9525">
            <a:solidFill>
              <a:srgbClr val="DBE7FF"/>
            </a:solidFill>
            <a:prstDash val="solid"/>
          </a:ln>
          <a:effectLst xmlns:a="http://schemas.openxmlformats.org/drawingml/2006/main">
            <a:outerShdw blurRad="127000" dist="25400" dir="5400000" algn="bl" rotWithShape="0">
              <a:srgbClr val="9AA7B4">
                <a:alpha val="28000"/>
              </a:srgbClr>
            </a:outerShdw>
          </a:effectLst>
        </p:spPr>
      </p:sp>
      <p:sp>
        <p:nvSpPr>
          <p:cNvPr id="15" name="Shape 11">
            <a:extLst xmlns:a="http://schemas.openxmlformats.org/drawingml/2006/main">
              <a:ext uri="{FF2B5EF4-FFF2-40B4-BE49-F238E27FC236}">
                <a16:creationId xmlns:a16="http://schemas.microsoft.com/office/drawing/2014/main" id="{4A2FC848-81F1-4AF3-AA72-8141EB65926D}"/>
              </a:ext>
            </a:extLst>
          </p:cNvPr>
          <p:cNvSpPr>
            <a:spLocks xmlns:a="http://schemas.openxmlformats.org/drawingml/2006/main" noGrp="1"/>
          </p:cNvSpPr>
          <p:nvPr/>
        </p:nvSpPr>
        <p:spPr>
          <a:xfrm xmlns:a="http://schemas.openxmlformats.org/drawingml/2006/main">
            <a:off x="841248" y="3931920"/>
            <a:ext cx="621792" cy="621792"/>
          </a:xfrm>
          <a:prstGeom xmlns:a="http://schemas.openxmlformats.org/drawingml/2006/main" prst="ellipse">
            <a:avLst/>
          </a:prstGeom>
          <a:solidFill xmlns:a="http://schemas.openxmlformats.org/drawingml/2006/main">
            <a:srgbClr val="155DFC"/>
          </a:solidFill>
          <a:ln xmlns:a="http://schemas.openxmlformats.org/drawingml/2006/main" w="0">
            <a:solidFill>
              <a:srgbClr val="155DFC"/>
            </a:solidFill>
            <a:prstDash val="solid"/>
          </a:ln>
        </p:spPr>
      </p:sp>
      <p:pic>
        <p:nvPicPr>
          <p:cNvPr id="43" name="Image 2"/>
          <p:cNvPicPr>
            <a:picLocks xmlns:a="http://schemas.openxmlformats.org/drawingml/2006/main" noChangeAspect="1"/>
          </p:cNvPicPr>
          <p:nvPr/>
        </p:nvPicPr>
        <p:blipFill>
          <a:blip xmlns:r="http://schemas.openxmlformats.org/officeDocument/2006/relationships" xmlns:a="http://schemas.openxmlformats.org/drawingml/2006/main" r:embed="R6d793400ab2341b4"/>
          <a:stretch xmlns:a="http://schemas.openxmlformats.org/drawingml/2006/main">
            <a:fillRect l="0" t="0" r="0" b="0"/>
          </a:stretch>
        </p:blipFill>
        <p:spPr>
          <a:xfrm xmlns:a="http://schemas.openxmlformats.org/drawingml/2006/main">
            <a:off x="1002914" y="4093586"/>
            <a:ext cx="298460" cy="298460"/>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077053D9-E646-4A5A-BAEA-E99508EF3CF9}"/>
              </a:ext>
            </a:extLst>
          </p:cNvPr>
          <p:cNvSpPr>
            <a:spLocks xmlns:a="http://schemas.openxmlformats.org/drawingml/2006/main" noGrp="1"/>
          </p:cNvSpPr>
          <p:nvPr/>
        </p:nvSpPr>
        <p:spPr>
          <a:xfrm xmlns:a="http://schemas.openxmlformats.org/drawingml/2006/main">
            <a:off x="1664208" y="3831336"/>
            <a:ext cx="3200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350" b="1">
                <a:solidFill>
                  <a:srgbClr val="1E3A8A"/>
                </a:solidFill>
                <a:latin typeface="Poppins"/>
                <a:ea typeface="Poppins"/>
                <a:cs typeface="Poppins"/>
              </a:defRPr>
            </a:pPr>
            <a:r>
              <a:rPr sz="1350" b="1">
                <a:solidFill>
                  <a:srgbClr val="1E3A8A"/>
                </a:solidFill>
                <a:latin typeface="Poppins"/>
                <a:ea typeface="Poppins"/>
                <a:cs typeface="Poppins"/>
              </a:rPr>
              <a:t>Review, return or approve</a:t>
            </a:r>
            <a:endParaRPr sz="1500"/>
          </a:p>
        </p:txBody>
      </p:sp>
      <p:sp>
        <p:nvSpPr>
          <p:cNvPr id="18" name="Text 13">
            <a:extLst xmlns:a="http://schemas.openxmlformats.org/drawingml/2006/main">
              <a:ext uri="{FF2B5EF4-FFF2-40B4-BE49-F238E27FC236}">
                <a16:creationId xmlns:a16="http://schemas.microsoft.com/office/drawing/2014/main" id="{3531858F-9DDA-4DFD-838E-FCCC2A341DF2}"/>
              </a:ext>
            </a:extLst>
          </p:cNvPr>
          <p:cNvSpPr>
            <a:spLocks xmlns:a="http://schemas.openxmlformats.org/drawingml/2006/main" noGrp="1"/>
          </p:cNvSpPr>
          <p:nvPr/>
        </p:nvSpPr>
        <p:spPr>
          <a:xfrm xmlns:a="http://schemas.openxmlformats.org/drawingml/2006/main">
            <a:off x="5230368" y="3831336"/>
            <a:ext cx="61722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defRPr sz="1125">
                <a:solidFill>
                  <a:srgbClr val="374151"/>
                </a:solidFill>
                <a:latin typeface="Segoe UI"/>
                <a:ea typeface="Segoe UI"/>
                <a:cs typeface="Segoe UI"/>
              </a:defRPr>
            </a:pPr>
            <a:r>
              <a:rPr sz="1125">
                <a:solidFill>
                  <a:srgbClr val="374151"/>
                </a:solidFill>
                <a:latin typeface="Segoe UI"/>
                <a:ea typeface="Segoe UI"/>
                <a:cs typeface="Segoe UI"/>
              </a:rPr>
              <a:t>A submission goes back to whoever sent it: approve and pass upward, return for correction, ask for more information, or set a new deadline.</a:t>
            </a:r>
            <a:endParaRPr sz="1200"/>
          </a:p>
        </p:txBody>
      </p:sp>
      <p:sp>
        <p:nvSpPr>
          <p:cNvPr id="19" name="Shape 14">
            <a:extLst xmlns:a="http://schemas.openxmlformats.org/drawingml/2006/main">
              <a:ext uri="{FF2B5EF4-FFF2-40B4-BE49-F238E27FC236}">
                <a16:creationId xmlns:a16="http://schemas.microsoft.com/office/drawing/2014/main" id="{3999FEF0-0448-4BAF-8718-5733E5565C08}"/>
              </a:ext>
            </a:extLst>
          </p:cNvPr>
          <p:cNvSpPr>
            <a:spLocks xmlns:a="http://schemas.openxmlformats.org/drawingml/2006/main" noGrp="1"/>
          </p:cNvSpPr>
          <p:nvPr/>
        </p:nvSpPr>
        <p:spPr>
          <a:xfrm xmlns:a="http://schemas.openxmlformats.org/drawingml/2006/main">
            <a:off x="566928" y="4800600"/>
            <a:ext cx="11064240" cy="969264"/>
          </a:xfrm>
          <a:prstGeom xmlns:a="http://schemas.openxmlformats.org/drawingml/2006/main" prst="roundRect">
            <a:avLst>
              <a:gd name="adj" fmla="val 8491"/>
            </a:avLst>
          </a:prstGeom>
          <a:solidFill xmlns:a="http://schemas.openxmlformats.org/drawingml/2006/main">
            <a:srgbClr val="FFFEFB"/>
          </a:solidFill>
          <a:ln xmlns:a="http://schemas.openxmlformats.org/drawingml/2006/main" w="9525">
            <a:solidFill>
              <a:srgbClr val="DBE7FF"/>
            </a:solidFill>
            <a:prstDash val="solid"/>
          </a:ln>
          <a:effectLst xmlns:a="http://schemas.openxmlformats.org/drawingml/2006/main">
            <a:outerShdw blurRad="127000" dist="25400" dir="5400000" algn="bl" rotWithShape="0">
              <a:srgbClr val="9AA7B4">
                <a:alpha val="28000"/>
              </a:srgbClr>
            </a:outerShdw>
          </a:effectLst>
        </p:spPr>
      </p:sp>
      <p:sp>
        <p:nvSpPr>
          <p:cNvPr id="20" name="Shape 15">
            <a:extLst xmlns:a="http://schemas.openxmlformats.org/drawingml/2006/main">
              <a:ext uri="{FF2B5EF4-FFF2-40B4-BE49-F238E27FC236}">
                <a16:creationId xmlns:a16="http://schemas.microsoft.com/office/drawing/2014/main" id="{A6873BD9-3683-4385-B0BB-881BD678C7FC}"/>
              </a:ext>
            </a:extLst>
          </p:cNvPr>
          <p:cNvSpPr>
            <a:spLocks xmlns:a="http://schemas.openxmlformats.org/drawingml/2006/main" noGrp="1"/>
          </p:cNvSpPr>
          <p:nvPr/>
        </p:nvSpPr>
        <p:spPr>
          <a:xfrm xmlns:a="http://schemas.openxmlformats.org/drawingml/2006/main">
            <a:off x="841248" y="5020056"/>
            <a:ext cx="621792" cy="621792"/>
          </a:xfrm>
          <a:prstGeom xmlns:a="http://schemas.openxmlformats.org/drawingml/2006/main" prst="ellipse">
            <a:avLst/>
          </a:prstGeom>
          <a:solidFill xmlns:a="http://schemas.openxmlformats.org/drawingml/2006/main">
            <a:srgbClr val="155DFC"/>
          </a:solidFill>
          <a:ln xmlns:a="http://schemas.openxmlformats.org/drawingml/2006/main" w="0">
            <a:solidFill>
              <a:srgbClr val="155DFC"/>
            </a:solidFill>
            <a:prstDash val="solid"/>
          </a:ln>
        </p:spPr>
      </p:sp>
      <p:pic>
        <p:nvPicPr>
          <p:cNvPr id="48" name="Image 3"/>
          <p:cNvPicPr>
            <a:picLocks xmlns:a="http://schemas.openxmlformats.org/drawingml/2006/main" noChangeAspect="1"/>
          </p:cNvPicPr>
          <p:nvPr/>
        </p:nvPicPr>
        <p:blipFill>
          <a:blip xmlns:r="http://schemas.openxmlformats.org/officeDocument/2006/relationships" xmlns:a="http://schemas.openxmlformats.org/drawingml/2006/main" r:embed="R0b81464c120241e0"/>
          <a:stretch xmlns:a="http://schemas.openxmlformats.org/drawingml/2006/main">
            <a:fillRect l="0" t="0" r="0" b="0"/>
          </a:stretch>
        </p:blipFill>
        <p:spPr>
          <a:xfrm xmlns:a="http://schemas.openxmlformats.org/drawingml/2006/main">
            <a:off x="1002914" y="5181722"/>
            <a:ext cx="298460" cy="298460"/>
          </a:xfrm>
          <a:prstGeom xmlns:a="http://schemas.openxmlformats.org/drawingml/2006/main" prst="rect">
            <a:avLst/>
          </a:prstGeom>
        </p:spPr>
      </p:pic>
      <p:sp>
        <p:nvSpPr>
          <p:cNvPr id="22" name="Text 16">
            <a:extLst xmlns:a="http://schemas.openxmlformats.org/drawingml/2006/main">
              <a:ext uri="{FF2B5EF4-FFF2-40B4-BE49-F238E27FC236}">
                <a16:creationId xmlns:a16="http://schemas.microsoft.com/office/drawing/2014/main" id="{A2AC0178-EA62-4D3C-870C-D67BE75BA3FE}"/>
              </a:ext>
            </a:extLst>
          </p:cNvPr>
          <p:cNvSpPr>
            <a:spLocks xmlns:a="http://schemas.openxmlformats.org/drawingml/2006/main" noGrp="1"/>
          </p:cNvSpPr>
          <p:nvPr/>
        </p:nvSpPr>
        <p:spPr>
          <a:xfrm xmlns:a="http://schemas.openxmlformats.org/drawingml/2006/main">
            <a:off x="1664208" y="4919472"/>
            <a:ext cx="3200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350" b="1">
                <a:solidFill>
                  <a:srgbClr val="1E3A8A"/>
                </a:solidFill>
                <a:latin typeface="Poppins"/>
                <a:ea typeface="Poppins"/>
                <a:cs typeface="Poppins"/>
              </a:defRPr>
            </a:pPr>
            <a:r>
              <a:rPr sz="1350" b="1">
                <a:solidFill>
                  <a:srgbClr val="1E3A8A"/>
                </a:solidFill>
                <a:latin typeface="Poppins"/>
                <a:ea typeface="Poppins"/>
                <a:cs typeface="Poppins"/>
              </a:rPr>
              <a:t>Acting officers and delegation of authority</a:t>
            </a:r>
            <a:endParaRPr sz="1500"/>
          </a:p>
        </p:txBody>
      </p:sp>
      <p:sp>
        <p:nvSpPr>
          <p:cNvPr id="23" name="Text 17">
            <a:extLst xmlns:a="http://schemas.openxmlformats.org/drawingml/2006/main">
              <a:ext uri="{FF2B5EF4-FFF2-40B4-BE49-F238E27FC236}">
                <a16:creationId xmlns:a16="http://schemas.microsoft.com/office/drawing/2014/main" id="{14D6246E-A9D7-4A9D-80AF-1ED9DBA79F60}"/>
              </a:ext>
            </a:extLst>
          </p:cNvPr>
          <p:cNvSpPr>
            <a:spLocks xmlns:a="http://schemas.openxmlformats.org/drawingml/2006/main" noGrp="1"/>
          </p:cNvSpPr>
          <p:nvPr/>
        </p:nvSpPr>
        <p:spPr>
          <a:xfrm xmlns:a="http://schemas.openxmlformats.org/drawingml/2006/main">
            <a:off x="5230368" y="4919472"/>
            <a:ext cx="61722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defRPr sz="1125">
                <a:solidFill>
                  <a:srgbClr val="374151"/>
                </a:solidFill>
                <a:latin typeface="Segoe UI"/>
                <a:ea typeface="Segoe UI"/>
                <a:cs typeface="Segoe UI"/>
              </a:defRPr>
            </a:pPr>
            <a:r>
              <a:rPr sz="1125">
                <a:solidFill>
                  <a:srgbClr val="374151"/>
                </a:solidFill>
                <a:latin typeface="Segoe UI"/>
                <a:ea typeface="Segoe UI"/>
                <a:cs typeface="Segoe UI"/>
              </a:rPr>
              <a:t>Record acting appointments and temporary delegation during leave, so work keeps moving when an officer is absent.</a:t>
            </a:r>
            <a:endParaRPr sz="1200"/>
          </a:p>
        </p:txBody>
      </p:sp>
      <p:sp>
        <p:nvSpPr>
          <p:cNvPr id="24" name="Text 18">
            <a:extLst xmlns:a="http://schemas.openxmlformats.org/drawingml/2006/main">
              <a:ext uri="{FF2B5EF4-FFF2-40B4-BE49-F238E27FC236}">
                <a16:creationId xmlns:a16="http://schemas.microsoft.com/office/drawing/2014/main" id="{8BD6830E-8EBC-4104-BA98-3E9703A58E68}"/>
              </a:ext>
            </a:extLst>
          </p:cNvPr>
          <p:cNvSpPr>
            <a:spLocks xmlns:a="http://schemas.openxmlformats.org/drawingml/2006/main" noGrp="1"/>
          </p:cNvSpPr>
          <p:nvPr/>
        </p:nvSpPr>
        <p:spPr>
          <a:xfrm xmlns:a="http://schemas.openxmlformats.org/drawingml/2006/main">
            <a:off x="566928" y="5998464"/>
            <a:ext cx="110642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975" b="1">
                <a:solidFill>
                  <a:srgbClr val="155DFC"/>
                </a:solidFill>
                <a:latin typeface="Segoe UI"/>
                <a:ea typeface="Segoe UI"/>
                <a:cs typeface="Segoe UI"/>
              </a:defRPr>
            </a:pPr>
            <a:r>
              <a:rPr sz="975" b="1">
                <a:solidFill>
                  <a:srgbClr val="155DFC"/>
                </a:solidFill>
                <a:latin typeface="Segoe UI"/>
                <a:ea typeface="Segoe UI"/>
                <a:cs typeface="Segoe UI"/>
              </a:rPr>
              <a:t>Statuses used throughout:  Created  ·  Assigned  ·  Received  ·  In Progress  ·  Pending  ·  Awaiting Review  ·  Completed  ·  Archived</a:t>
            </a:r>
            <a:endParaRPr sz="1150"/>
          </a:p>
        </p:txBody>
      </p:sp>
    </p:spTree>
    <p:extLst>
      <p:ext uri="{BB962C8B-B14F-4D97-AF65-F5344CB8AC3E}">
        <p14:creationId xmlns:p14="http://schemas.microsoft.com/office/powerpoint/2010/main" val="1119994415"/>
      </p:ext>
    </p:extLst>
  </p:cSld>
</p:sld>
</file>

<file path=ppt/slides/slide6.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86056EE-7B1D-4EF8-80DE-E6E7A7F22E9D}"/>
              </a:ext>
            </a:extLst>
          </p:cNvPr>
          <p:cNvSpPr>
            <a:spLocks xmlns:a="http://schemas.openxmlformats.org/drawingml/2006/main" noGrp="1"/>
          </p:cNvSpPr>
          <p:nvPr/>
        </p:nvSpPr>
        <p:spPr>
          <a:xfrm xmlns:a="http://schemas.openxmlformats.org/drawingml/2006/main">
            <a:off x="566928" y="384048"/>
            <a:ext cx="8229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125" b="1">
                <a:solidFill>
                  <a:srgbClr val="155DFC"/>
                </a:solidFill>
                <a:latin typeface="Poppins"/>
                <a:ea typeface="Poppins"/>
                <a:cs typeface="Poppins"/>
              </a:defRPr>
            </a:pPr>
            <a:r>
              <a:rPr sz="1125" b="1">
                <a:solidFill>
                  <a:srgbClr val="155DFC"/>
                </a:solidFill>
                <a:latin typeface="Poppins"/>
                <a:ea typeface="Poppins"/>
                <a:cs typeface="Poppins"/>
              </a:rPr>
              <a:t>FEATURES</a:t>
            </a:r>
            <a:endParaRPr sz="1200"/>
          </a:p>
        </p:txBody>
      </p:sp>
      <p:sp>
        <p:nvSpPr>
          <p:cNvPr id="3" name="Text 1">
            <a:extLst xmlns:a="http://schemas.openxmlformats.org/drawingml/2006/main">
              <a:ext uri="{FF2B5EF4-FFF2-40B4-BE49-F238E27FC236}">
                <a16:creationId xmlns:a16="http://schemas.microsoft.com/office/drawing/2014/main" id="{2D7D7AB8-8F32-4033-90D5-A459F4C56F47}"/>
              </a:ext>
            </a:extLst>
          </p:cNvPr>
          <p:cNvSpPr>
            <a:spLocks xmlns:a="http://schemas.openxmlformats.org/drawingml/2006/main" noGrp="1"/>
          </p:cNvSpPr>
          <p:nvPr/>
        </p:nvSpPr>
        <p:spPr>
          <a:xfrm xmlns:a="http://schemas.openxmlformats.org/drawingml/2006/main">
            <a:off x="566928" y="658368"/>
            <a:ext cx="11055096"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95000"/>
              </a:lnSpc>
              <a:buNone/>
              <a:defRPr sz="3450" b="1">
                <a:solidFill>
                  <a:srgbClr val="1E3A8A"/>
                </a:solidFill>
                <a:latin typeface="Poppins"/>
                <a:ea typeface="Poppins"/>
                <a:cs typeface="Poppins"/>
              </a:defRPr>
            </a:pPr>
            <a:r>
              <a:rPr sz="3450" b="1">
                <a:solidFill>
                  <a:srgbClr val="1E3A8A"/>
                </a:solidFill>
                <a:latin typeface="Poppins"/>
                <a:ea typeface="Poppins"/>
                <a:cs typeface="Poppins"/>
              </a:rPr>
              <a:t>Features 3: oversight, alerts and administration</a:t>
            </a:r>
            <a:endParaRPr sz="3400"/>
          </a:p>
        </p:txBody>
      </p:sp>
      <p:sp>
        <p:nvSpPr>
          <p:cNvPr id="4" name="Shape 2">
            <a:extLst xmlns:a="http://schemas.openxmlformats.org/drawingml/2006/main">
              <a:ext uri="{FF2B5EF4-FFF2-40B4-BE49-F238E27FC236}">
                <a16:creationId xmlns:a16="http://schemas.microsoft.com/office/drawing/2014/main" id="{3AC7EE50-A74B-4F95-8155-D35A898BCC8A}"/>
              </a:ext>
            </a:extLst>
          </p:cNvPr>
          <p:cNvSpPr>
            <a:spLocks xmlns:a="http://schemas.openxmlformats.org/drawingml/2006/main" noGrp="1"/>
          </p:cNvSpPr>
          <p:nvPr/>
        </p:nvSpPr>
        <p:spPr>
          <a:xfrm xmlns:a="http://schemas.openxmlformats.org/drawingml/2006/main">
            <a:off x="566928" y="1572768"/>
            <a:ext cx="3529584" cy="1956816"/>
          </a:xfrm>
          <a:prstGeom xmlns:a="http://schemas.openxmlformats.org/drawingml/2006/main" prst="roundRect">
            <a:avLst>
              <a:gd name="adj" fmla="val 4206"/>
            </a:avLst>
          </a:prstGeom>
          <a:solidFill xmlns:a="http://schemas.openxmlformats.org/drawingml/2006/main">
            <a:srgbClr val="FFFEFB"/>
          </a:solidFill>
          <a:ln xmlns:a="http://schemas.openxmlformats.org/drawingml/2006/main" w="9525">
            <a:solidFill>
              <a:srgbClr val="DBE7FF"/>
            </a:solidFill>
            <a:prstDash val="solid"/>
          </a:ln>
          <a:effectLst xmlns:a="http://schemas.openxmlformats.org/drawingml/2006/main">
            <a:outerShdw blurRad="127000" dist="25400" dir="5400000" algn="bl" rotWithShape="0">
              <a:srgbClr val="9AA7B4">
                <a:alpha val="28000"/>
              </a:srgbClr>
            </a:outerShdw>
          </a:effectLst>
        </p:spPr>
      </p:sp>
      <p:sp>
        <p:nvSpPr>
          <p:cNvPr id="5" name="Shape 3">
            <a:extLst xmlns:a="http://schemas.openxmlformats.org/drawingml/2006/main">
              <a:ext uri="{FF2B5EF4-FFF2-40B4-BE49-F238E27FC236}">
                <a16:creationId xmlns:a16="http://schemas.microsoft.com/office/drawing/2014/main" id="{BA48737B-252D-4B6D-B67F-19BE3927378C}"/>
              </a:ext>
            </a:extLst>
          </p:cNvPr>
          <p:cNvSpPr>
            <a:spLocks xmlns:a="http://schemas.openxmlformats.org/drawingml/2006/main" noGrp="1"/>
          </p:cNvSpPr>
          <p:nvPr/>
        </p:nvSpPr>
        <p:spPr>
          <a:xfrm xmlns:a="http://schemas.openxmlformats.org/drawingml/2006/main">
            <a:off x="804672" y="1810512"/>
            <a:ext cx="603504" cy="603504"/>
          </a:xfrm>
          <a:prstGeom xmlns:a="http://schemas.openxmlformats.org/drawingml/2006/main" prst="ellipse">
            <a:avLst/>
          </a:prstGeom>
          <a:solidFill xmlns:a="http://schemas.openxmlformats.org/drawingml/2006/main">
            <a:srgbClr val="155DFC"/>
          </a:solidFill>
          <a:ln xmlns:a="http://schemas.openxmlformats.org/drawingml/2006/main" w="0">
            <a:solidFill>
              <a:srgbClr val="155DFC"/>
            </a:solidFill>
            <a:prstDash val="solid"/>
          </a:ln>
        </p:spPr>
      </p:sp>
      <p:pic>
        <p:nvPicPr>
          <p:cNvPr id="44" name="Image 0"/>
          <p:cNvPicPr>
            <a:picLocks xmlns:a="http://schemas.openxmlformats.org/drawingml/2006/main" noChangeAspect="1"/>
          </p:cNvPicPr>
          <p:nvPr/>
        </p:nvPicPr>
        <p:blipFill>
          <a:blip xmlns:r="http://schemas.openxmlformats.org/officeDocument/2006/relationships" xmlns:a="http://schemas.openxmlformats.org/drawingml/2006/main" r:embed="R3defb077a6f74e97"/>
          <a:stretch xmlns:a="http://schemas.openxmlformats.org/drawingml/2006/main">
            <a:fillRect l="0" t="0" r="0" b="0"/>
          </a:stretch>
        </p:blipFill>
        <p:spPr>
          <a:xfrm xmlns:a="http://schemas.openxmlformats.org/drawingml/2006/main">
            <a:off x="961583" y="1967423"/>
            <a:ext cx="289682" cy="289682"/>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30E43A9D-86C8-45EF-A841-24E32C10A5E9}"/>
              </a:ext>
            </a:extLst>
          </p:cNvPr>
          <p:cNvSpPr>
            <a:spLocks xmlns:a="http://schemas.openxmlformats.org/drawingml/2006/main" noGrp="1"/>
          </p:cNvSpPr>
          <p:nvPr/>
        </p:nvSpPr>
        <p:spPr>
          <a:xfrm xmlns:a="http://schemas.openxmlformats.org/drawingml/2006/main">
            <a:off x="804672" y="2487168"/>
            <a:ext cx="3054096"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275" b="1">
                <a:solidFill>
                  <a:srgbClr val="1E3A8A"/>
                </a:solidFill>
                <a:latin typeface="Poppins"/>
                <a:ea typeface="Poppins"/>
                <a:cs typeface="Poppins"/>
              </a:defRPr>
            </a:pPr>
            <a:r>
              <a:rPr sz="1275" b="1">
                <a:solidFill>
                  <a:srgbClr val="1E3A8A"/>
                </a:solidFill>
                <a:latin typeface="Poppins"/>
                <a:ea typeface="Poppins"/>
                <a:cs typeface="Poppins"/>
              </a:rPr>
              <a:t>Role-based dashboards</a:t>
            </a:r>
            <a:endParaRPr sz="1450"/>
          </a:p>
        </p:txBody>
      </p:sp>
      <p:sp>
        <p:nvSpPr>
          <p:cNvPr id="8" name="Text 5">
            <a:extLst xmlns:a="http://schemas.openxmlformats.org/drawingml/2006/main">
              <a:ext uri="{FF2B5EF4-FFF2-40B4-BE49-F238E27FC236}">
                <a16:creationId xmlns:a16="http://schemas.microsoft.com/office/drawing/2014/main" id="{8D1169D9-33B5-4143-99BA-48BC68AB95DE}"/>
              </a:ext>
            </a:extLst>
          </p:cNvPr>
          <p:cNvSpPr>
            <a:spLocks xmlns:a="http://schemas.openxmlformats.org/drawingml/2006/main" noGrp="1"/>
          </p:cNvSpPr>
          <p:nvPr/>
        </p:nvSpPr>
        <p:spPr>
          <a:xfrm xmlns:a="http://schemas.openxmlformats.org/drawingml/2006/main">
            <a:off x="804672" y="2871216"/>
            <a:ext cx="3054096"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defRPr sz="1050">
                <a:solidFill>
                  <a:srgbClr val="374151"/>
                </a:solidFill>
                <a:latin typeface="Segoe UI"/>
                <a:ea typeface="Segoe UI"/>
                <a:cs typeface="Segoe UI"/>
              </a:defRPr>
            </a:pPr>
            <a:r>
              <a:rPr sz="1050">
                <a:solidFill>
                  <a:srgbClr val="374151"/>
                </a:solidFill>
                <a:latin typeface="Segoe UI"/>
                <a:ea typeface="Segoe UI"/>
                <a:cs typeface="Segoe UI"/>
              </a:rPr>
              <a:t>PS, Commissioner, Secretary, Officer, Registry and Administrator each land on a dashboard built for their job.</a:t>
            </a:r>
            <a:endParaRPr sz="1150"/>
          </a:p>
        </p:txBody>
      </p:sp>
      <p:sp>
        <p:nvSpPr>
          <p:cNvPr id="9" name="Shape 6">
            <a:extLst xmlns:a="http://schemas.openxmlformats.org/drawingml/2006/main">
              <a:ext uri="{FF2B5EF4-FFF2-40B4-BE49-F238E27FC236}">
                <a16:creationId xmlns:a16="http://schemas.microsoft.com/office/drawing/2014/main" id="{492BAD7E-2D2F-4BB2-BBF3-C2A189C45C24}"/>
              </a:ext>
            </a:extLst>
          </p:cNvPr>
          <p:cNvSpPr>
            <a:spLocks xmlns:a="http://schemas.openxmlformats.org/drawingml/2006/main" noGrp="1"/>
          </p:cNvSpPr>
          <p:nvPr/>
        </p:nvSpPr>
        <p:spPr>
          <a:xfrm xmlns:a="http://schemas.openxmlformats.org/drawingml/2006/main">
            <a:off x="4352544" y="1572768"/>
            <a:ext cx="3529584" cy="1956816"/>
          </a:xfrm>
          <a:prstGeom xmlns:a="http://schemas.openxmlformats.org/drawingml/2006/main" prst="roundRect">
            <a:avLst>
              <a:gd name="adj" fmla="val 4206"/>
            </a:avLst>
          </a:prstGeom>
          <a:solidFill xmlns:a="http://schemas.openxmlformats.org/drawingml/2006/main">
            <a:srgbClr val="FFFEFB"/>
          </a:solidFill>
          <a:ln xmlns:a="http://schemas.openxmlformats.org/drawingml/2006/main" w="9525">
            <a:solidFill>
              <a:srgbClr val="DBE7FF"/>
            </a:solidFill>
            <a:prstDash val="solid"/>
          </a:ln>
          <a:effectLst xmlns:a="http://schemas.openxmlformats.org/drawingml/2006/main">
            <a:outerShdw blurRad="127000" dist="25400" dir="5400000" algn="bl" rotWithShape="0">
              <a:srgbClr val="9AA7B4">
                <a:alpha val="28000"/>
              </a:srgbClr>
            </a:outerShdw>
          </a:effectLst>
        </p:spPr>
      </p:sp>
      <p:sp>
        <p:nvSpPr>
          <p:cNvPr id="10" name="Shape 7">
            <a:extLst xmlns:a="http://schemas.openxmlformats.org/drawingml/2006/main">
              <a:ext uri="{FF2B5EF4-FFF2-40B4-BE49-F238E27FC236}">
                <a16:creationId xmlns:a16="http://schemas.microsoft.com/office/drawing/2014/main" id="{0916D587-5545-4A9C-8A2D-2A234DFDAFD7}"/>
              </a:ext>
            </a:extLst>
          </p:cNvPr>
          <p:cNvSpPr>
            <a:spLocks xmlns:a="http://schemas.openxmlformats.org/drawingml/2006/main" noGrp="1"/>
          </p:cNvSpPr>
          <p:nvPr/>
        </p:nvSpPr>
        <p:spPr>
          <a:xfrm xmlns:a="http://schemas.openxmlformats.org/drawingml/2006/main">
            <a:off x="4590288" y="1810512"/>
            <a:ext cx="603504" cy="603504"/>
          </a:xfrm>
          <a:prstGeom xmlns:a="http://schemas.openxmlformats.org/drawingml/2006/main" prst="ellipse">
            <a:avLst/>
          </a:prstGeom>
          <a:solidFill xmlns:a="http://schemas.openxmlformats.org/drawingml/2006/main">
            <a:srgbClr val="155DFC"/>
          </a:solidFill>
          <a:ln xmlns:a="http://schemas.openxmlformats.org/drawingml/2006/main" w="0">
            <a:solidFill>
              <a:srgbClr val="155DFC"/>
            </a:solidFill>
            <a:prstDash val="solid"/>
          </a:ln>
        </p:spPr>
      </p:sp>
      <p:pic>
        <p:nvPicPr>
          <p:cNvPr id="49" name="Image 1"/>
          <p:cNvPicPr>
            <a:picLocks xmlns:a="http://schemas.openxmlformats.org/drawingml/2006/main" noChangeAspect="1"/>
          </p:cNvPicPr>
          <p:nvPr/>
        </p:nvPicPr>
        <p:blipFill>
          <a:blip xmlns:r="http://schemas.openxmlformats.org/officeDocument/2006/relationships" xmlns:a="http://schemas.openxmlformats.org/drawingml/2006/main" r:embed="Recce75b4a7d144a2"/>
          <a:stretch xmlns:a="http://schemas.openxmlformats.org/drawingml/2006/main">
            <a:fillRect l="0" t="0" r="0" b="0"/>
          </a:stretch>
        </p:blipFill>
        <p:spPr>
          <a:xfrm xmlns:a="http://schemas.openxmlformats.org/drawingml/2006/main">
            <a:off x="4747199" y="1967423"/>
            <a:ext cx="289682" cy="289682"/>
          </a:xfrm>
          <a:prstGeom xmlns:a="http://schemas.openxmlformats.org/drawingml/2006/main" prst="rect">
            <a:avLst/>
          </a:prstGeom>
        </p:spPr>
      </p:pic>
      <p:sp>
        <p:nvSpPr>
          <p:cNvPr id="12" name="Text 8">
            <a:extLst xmlns:a="http://schemas.openxmlformats.org/drawingml/2006/main">
              <a:ext uri="{FF2B5EF4-FFF2-40B4-BE49-F238E27FC236}">
                <a16:creationId xmlns:a16="http://schemas.microsoft.com/office/drawing/2014/main" id="{C4A6FA17-D796-4322-8E71-A646DF831510}"/>
              </a:ext>
            </a:extLst>
          </p:cNvPr>
          <p:cNvSpPr>
            <a:spLocks xmlns:a="http://schemas.openxmlformats.org/drawingml/2006/main" noGrp="1"/>
          </p:cNvSpPr>
          <p:nvPr/>
        </p:nvSpPr>
        <p:spPr>
          <a:xfrm xmlns:a="http://schemas.openxmlformats.org/drawingml/2006/main">
            <a:off x="4590288" y="2487168"/>
            <a:ext cx="3054096"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275" b="1">
                <a:solidFill>
                  <a:srgbClr val="1E3A8A"/>
                </a:solidFill>
                <a:latin typeface="Poppins"/>
                <a:ea typeface="Poppins"/>
                <a:cs typeface="Poppins"/>
              </a:defRPr>
            </a:pPr>
            <a:r>
              <a:rPr sz="1275" b="1">
                <a:solidFill>
                  <a:srgbClr val="1E3A8A"/>
                </a:solidFill>
                <a:latin typeface="Poppins"/>
                <a:ea typeface="Poppins"/>
                <a:cs typeface="Poppins"/>
              </a:rPr>
              <a:t>Notifications that chase</a:t>
            </a:r>
            <a:endParaRPr sz="1450"/>
          </a:p>
        </p:txBody>
      </p:sp>
      <p:sp>
        <p:nvSpPr>
          <p:cNvPr id="13" name="Text 9">
            <a:extLst xmlns:a="http://schemas.openxmlformats.org/drawingml/2006/main">
              <a:ext uri="{FF2B5EF4-FFF2-40B4-BE49-F238E27FC236}">
                <a16:creationId xmlns:a16="http://schemas.microsoft.com/office/drawing/2014/main" id="{C3D651BB-079E-4E32-A8B1-F480C3047CBE}"/>
              </a:ext>
            </a:extLst>
          </p:cNvPr>
          <p:cNvSpPr>
            <a:spLocks xmlns:a="http://schemas.openxmlformats.org/drawingml/2006/main" noGrp="1"/>
          </p:cNvSpPr>
          <p:nvPr/>
        </p:nvSpPr>
        <p:spPr>
          <a:xfrm xmlns:a="http://schemas.openxmlformats.org/drawingml/2006/main">
            <a:off x="4590288" y="2871216"/>
            <a:ext cx="3054096"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defRPr sz="1050">
                <a:solidFill>
                  <a:srgbClr val="374151"/>
                </a:solidFill>
                <a:latin typeface="Segoe UI"/>
                <a:ea typeface="Segoe UI"/>
                <a:cs typeface="Segoe UI"/>
              </a:defRPr>
            </a:pPr>
            <a:r>
              <a:rPr sz="1050">
                <a:solidFill>
                  <a:srgbClr val="374151"/>
                </a:solidFill>
                <a:latin typeface="Segoe UI"/>
                <a:ea typeface="Segoe UI"/>
                <a:cs typeface="Segoe UI"/>
              </a:rPr>
              <a:t>In-app, e-mail and phone push alerts on assignment, submission, review, approaching deadline and overdue work.</a:t>
            </a:r>
            <a:endParaRPr sz="1150"/>
          </a:p>
        </p:txBody>
      </p:sp>
      <p:sp>
        <p:nvSpPr>
          <p:cNvPr id="14" name="Shape 10">
            <a:extLst xmlns:a="http://schemas.openxmlformats.org/drawingml/2006/main">
              <a:ext uri="{FF2B5EF4-FFF2-40B4-BE49-F238E27FC236}">
                <a16:creationId xmlns:a16="http://schemas.microsoft.com/office/drawing/2014/main" id="{92EE7038-D114-4994-8953-5D2F38FBB51D}"/>
              </a:ext>
            </a:extLst>
          </p:cNvPr>
          <p:cNvSpPr>
            <a:spLocks xmlns:a="http://schemas.openxmlformats.org/drawingml/2006/main" noGrp="1"/>
          </p:cNvSpPr>
          <p:nvPr/>
        </p:nvSpPr>
        <p:spPr>
          <a:xfrm xmlns:a="http://schemas.openxmlformats.org/drawingml/2006/main">
            <a:off x="8138160" y="1572768"/>
            <a:ext cx="3529584" cy="1956816"/>
          </a:xfrm>
          <a:prstGeom xmlns:a="http://schemas.openxmlformats.org/drawingml/2006/main" prst="roundRect">
            <a:avLst>
              <a:gd name="adj" fmla="val 4206"/>
            </a:avLst>
          </a:prstGeom>
          <a:solidFill xmlns:a="http://schemas.openxmlformats.org/drawingml/2006/main">
            <a:srgbClr val="FFFEFB"/>
          </a:solidFill>
          <a:ln xmlns:a="http://schemas.openxmlformats.org/drawingml/2006/main" w="9525">
            <a:solidFill>
              <a:srgbClr val="DBE7FF"/>
            </a:solidFill>
            <a:prstDash val="solid"/>
          </a:ln>
          <a:effectLst xmlns:a="http://schemas.openxmlformats.org/drawingml/2006/main">
            <a:outerShdw blurRad="127000" dist="25400" dir="5400000" algn="bl" rotWithShape="0">
              <a:srgbClr val="9AA7B4">
                <a:alpha val="28000"/>
              </a:srgbClr>
            </a:outerShdw>
          </a:effectLst>
        </p:spPr>
      </p:sp>
      <p:sp>
        <p:nvSpPr>
          <p:cNvPr id="15" name="Shape 11">
            <a:extLst xmlns:a="http://schemas.openxmlformats.org/drawingml/2006/main">
              <a:ext uri="{FF2B5EF4-FFF2-40B4-BE49-F238E27FC236}">
                <a16:creationId xmlns:a16="http://schemas.microsoft.com/office/drawing/2014/main" id="{7639CBB4-5143-4C44-9558-766F042664B1}"/>
              </a:ext>
            </a:extLst>
          </p:cNvPr>
          <p:cNvSpPr>
            <a:spLocks xmlns:a="http://schemas.openxmlformats.org/drawingml/2006/main" noGrp="1"/>
          </p:cNvSpPr>
          <p:nvPr/>
        </p:nvSpPr>
        <p:spPr>
          <a:xfrm xmlns:a="http://schemas.openxmlformats.org/drawingml/2006/main">
            <a:off x="8375904" y="1810512"/>
            <a:ext cx="603504" cy="603504"/>
          </a:xfrm>
          <a:prstGeom xmlns:a="http://schemas.openxmlformats.org/drawingml/2006/main" prst="ellipse">
            <a:avLst/>
          </a:prstGeom>
          <a:solidFill xmlns:a="http://schemas.openxmlformats.org/drawingml/2006/main">
            <a:srgbClr val="155DFC"/>
          </a:solidFill>
          <a:ln xmlns:a="http://schemas.openxmlformats.org/drawingml/2006/main" w="0">
            <a:solidFill>
              <a:srgbClr val="155DFC"/>
            </a:solidFill>
            <a:prstDash val="solid"/>
          </a:ln>
        </p:spPr>
      </p:sp>
      <p:pic>
        <p:nvPicPr>
          <p:cNvPr id="54" name="Image 2"/>
          <p:cNvPicPr>
            <a:picLocks xmlns:a="http://schemas.openxmlformats.org/drawingml/2006/main" noChangeAspect="1"/>
          </p:cNvPicPr>
          <p:nvPr/>
        </p:nvPicPr>
        <p:blipFill>
          <a:blip xmlns:r="http://schemas.openxmlformats.org/officeDocument/2006/relationships" xmlns:a="http://schemas.openxmlformats.org/drawingml/2006/main" r:embed="Rab5ed27016514eb1"/>
          <a:stretch xmlns:a="http://schemas.openxmlformats.org/drawingml/2006/main">
            <a:fillRect l="0" t="0" r="0" b="0"/>
          </a:stretch>
        </p:blipFill>
        <p:spPr>
          <a:xfrm xmlns:a="http://schemas.openxmlformats.org/drawingml/2006/main">
            <a:off x="8532815" y="1967423"/>
            <a:ext cx="289682" cy="289682"/>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06749BCA-6503-490A-8C2C-A0FB47726044}"/>
              </a:ext>
            </a:extLst>
          </p:cNvPr>
          <p:cNvSpPr>
            <a:spLocks xmlns:a="http://schemas.openxmlformats.org/drawingml/2006/main" noGrp="1"/>
          </p:cNvSpPr>
          <p:nvPr/>
        </p:nvSpPr>
        <p:spPr>
          <a:xfrm xmlns:a="http://schemas.openxmlformats.org/drawingml/2006/main">
            <a:off x="8375904" y="2487168"/>
            <a:ext cx="3054096"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275" b="1">
                <a:solidFill>
                  <a:srgbClr val="1E3A8A"/>
                </a:solidFill>
                <a:latin typeface="Poppins"/>
                <a:ea typeface="Poppins"/>
                <a:cs typeface="Poppins"/>
              </a:defRPr>
            </a:pPr>
            <a:r>
              <a:rPr sz="1275" b="1">
                <a:solidFill>
                  <a:srgbClr val="1E3A8A"/>
                </a:solidFill>
                <a:latin typeface="Poppins"/>
                <a:ea typeface="Poppins"/>
                <a:cs typeface="Poppins"/>
              </a:rPr>
              <a:t>Reports and exports</a:t>
            </a:r>
            <a:endParaRPr sz="1450"/>
          </a:p>
        </p:txBody>
      </p:sp>
      <p:sp>
        <p:nvSpPr>
          <p:cNvPr id="18" name="Text 13">
            <a:extLst xmlns:a="http://schemas.openxmlformats.org/drawingml/2006/main">
              <a:ext uri="{FF2B5EF4-FFF2-40B4-BE49-F238E27FC236}">
                <a16:creationId xmlns:a16="http://schemas.microsoft.com/office/drawing/2014/main" id="{F24BB313-6DFE-46AD-B621-7AEEC0924604}"/>
              </a:ext>
            </a:extLst>
          </p:cNvPr>
          <p:cNvSpPr>
            <a:spLocks xmlns:a="http://schemas.openxmlformats.org/drawingml/2006/main" noGrp="1"/>
          </p:cNvSpPr>
          <p:nvPr/>
        </p:nvSpPr>
        <p:spPr>
          <a:xfrm xmlns:a="http://schemas.openxmlformats.org/drawingml/2006/main">
            <a:off x="8375904" y="2871216"/>
            <a:ext cx="3054096"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defRPr sz="1050">
                <a:solidFill>
                  <a:srgbClr val="374151"/>
                </a:solidFill>
                <a:latin typeface="Segoe UI"/>
                <a:ea typeface="Segoe UI"/>
                <a:cs typeface="Segoe UI"/>
              </a:defRPr>
            </a:pPr>
            <a:r>
              <a:rPr sz="1050">
                <a:solidFill>
                  <a:srgbClr val="374151"/>
                </a:solidFill>
                <a:latin typeface="Segoe UI"/>
                <a:ea typeface="Segoe UI"/>
                <a:cs typeface="Segoe UI"/>
              </a:rPr>
              <a:t>Departmental and officer performance, workload, turnaround and overdue reports, exportable for management meetings.</a:t>
            </a:r>
            <a:endParaRPr sz="1150"/>
          </a:p>
        </p:txBody>
      </p:sp>
      <p:sp>
        <p:nvSpPr>
          <p:cNvPr id="19" name="Shape 14">
            <a:extLst xmlns:a="http://schemas.openxmlformats.org/drawingml/2006/main">
              <a:ext uri="{FF2B5EF4-FFF2-40B4-BE49-F238E27FC236}">
                <a16:creationId xmlns:a16="http://schemas.microsoft.com/office/drawing/2014/main" id="{9C62CA83-DB70-4853-BEA2-F0E6AFE1BE8F}"/>
              </a:ext>
            </a:extLst>
          </p:cNvPr>
          <p:cNvSpPr>
            <a:spLocks xmlns:a="http://schemas.openxmlformats.org/drawingml/2006/main" noGrp="1"/>
          </p:cNvSpPr>
          <p:nvPr/>
        </p:nvSpPr>
        <p:spPr>
          <a:xfrm xmlns:a="http://schemas.openxmlformats.org/drawingml/2006/main">
            <a:off x="566928" y="3803904"/>
            <a:ext cx="3529584" cy="1956816"/>
          </a:xfrm>
          <a:prstGeom xmlns:a="http://schemas.openxmlformats.org/drawingml/2006/main" prst="roundRect">
            <a:avLst>
              <a:gd name="adj" fmla="val 4206"/>
            </a:avLst>
          </a:prstGeom>
          <a:solidFill xmlns:a="http://schemas.openxmlformats.org/drawingml/2006/main">
            <a:srgbClr val="FFFEFB"/>
          </a:solidFill>
          <a:ln xmlns:a="http://schemas.openxmlformats.org/drawingml/2006/main" w="9525">
            <a:solidFill>
              <a:srgbClr val="DBE7FF"/>
            </a:solidFill>
            <a:prstDash val="solid"/>
          </a:ln>
          <a:effectLst xmlns:a="http://schemas.openxmlformats.org/drawingml/2006/main">
            <a:outerShdw blurRad="127000" dist="25400" dir="5400000" algn="bl" rotWithShape="0">
              <a:srgbClr val="9AA7B4">
                <a:alpha val="28000"/>
              </a:srgbClr>
            </a:outerShdw>
          </a:effectLst>
        </p:spPr>
      </p:sp>
      <p:sp>
        <p:nvSpPr>
          <p:cNvPr id="20" name="Shape 15">
            <a:extLst xmlns:a="http://schemas.openxmlformats.org/drawingml/2006/main">
              <a:ext uri="{FF2B5EF4-FFF2-40B4-BE49-F238E27FC236}">
                <a16:creationId xmlns:a16="http://schemas.microsoft.com/office/drawing/2014/main" id="{B88A492C-BA1C-4673-B43F-57BDF391A60B}"/>
              </a:ext>
            </a:extLst>
          </p:cNvPr>
          <p:cNvSpPr>
            <a:spLocks xmlns:a="http://schemas.openxmlformats.org/drawingml/2006/main" noGrp="1"/>
          </p:cNvSpPr>
          <p:nvPr/>
        </p:nvSpPr>
        <p:spPr>
          <a:xfrm xmlns:a="http://schemas.openxmlformats.org/drawingml/2006/main">
            <a:off x="804672" y="4041648"/>
            <a:ext cx="603504" cy="603504"/>
          </a:xfrm>
          <a:prstGeom xmlns:a="http://schemas.openxmlformats.org/drawingml/2006/main" prst="ellipse">
            <a:avLst/>
          </a:prstGeom>
          <a:solidFill xmlns:a="http://schemas.openxmlformats.org/drawingml/2006/main">
            <a:srgbClr val="155DFC"/>
          </a:solidFill>
          <a:ln xmlns:a="http://schemas.openxmlformats.org/drawingml/2006/main" w="0">
            <a:solidFill>
              <a:srgbClr val="155DFC"/>
            </a:solidFill>
            <a:prstDash val="solid"/>
          </a:ln>
        </p:spPr>
      </p:sp>
      <p:pic>
        <p:nvPicPr>
          <p:cNvPr id="59" name="Image 3"/>
          <p:cNvPicPr>
            <a:picLocks xmlns:a="http://schemas.openxmlformats.org/drawingml/2006/main" noChangeAspect="1"/>
          </p:cNvPicPr>
          <p:nvPr/>
        </p:nvPicPr>
        <p:blipFill>
          <a:blip xmlns:r="http://schemas.openxmlformats.org/officeDocument/2006/relationships" xmlns:a="http://schemas.openxmlformats.org/drawingml/2006/main" r:embed="R9338870378d14722"/>
          <a:stretch xmlns:a="http://schemas.openxmlformats.org/drawingml/2006/main">
            <a:fillRect l="0" t="0" r="0" b="0"/>
          </a:stretch>
        </p:blipFill>
        <p:spPr>
          <a:xfrm xmlns:a="http://schemas.openxmlformats.org/drawingml/2006/main">
            <a:off x="961583" y="4198559"/>
            <a:ext cx="289682" cy="289682"/>
          </a:xfrm>
          <a:prstGeom xmlns:a="http://schemas.openxmlformats.org/drawingml/2006/main" prst="rect">
            <a:avLst/>
          </a:prstGeom>
        </p:spPr>
      </p:pic>
      <p:sp>
        <p:nvSpPr>
          <p:cNvPr id="22" name="Text 16">
            <a:extLst xmlns:a="http://schemas.openxmlformats.org/drawingml/2006/main">
              <a:ext uri="{FF2B5EF4-FFF2-40B4-BE49-F238E27FC236}">
                <a16:creationId xmlns:a16="http://schemas.microsoft.com/office/drawing/2014/main" id="{235F0DDF-751C-4667-9919-C5BE80A308FA}"/>
              </a:ext>
            </a:extLst>
          </p:cNvPr>
          <p:cNvSpPr>
            <a:spLocks xmlns:a="http://schemas.openxmlformats.org/drawingml/2006/main" noGrp="1"/>
          </p:cNvSpPr>
          <p:nvPr/>
        </p:nvSpPr>
        <p:spPr>
          <a:xfrm xmlns:a="http://schemas.openxmlformats.org/drawingml/2006/main">
            <a:off x="804672" y="4718304"/>
            <a:ext cx="3054096"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275" b="1">
                <a:solidFill>
                  <a:srgbClr val="1E3A8A"/>
                </a:solidFill>
                <a:latin typeface="Poppins"/>
                <a:ea typeface="Poppins"/>
                <a:cs typeface="Poppins"/>
              </a:defRPr>
            </a:pPr>
            <a:r>
              <a:rPr sz="1275" b="1">
                <a:solidFill>
                  <a:srgbClr val="1E3A8A"/>
                </a:solidFill>
                <a:latin typeface="Poppins"/>
                <a:ea typeface="Poppins"/>
                <a:cs typeface="Poppins"/>
              </a:rPr>
              <a:t>Users, roles and hierarchy</a:t>
            </a:r>
            <a:endParaRPr sz="1450"/>
          </a:p>
        </p:txBody>
      </p:sp>
      <p:sp>
        <p:nvSpPr>
          <p:cNvPr id="23" name="Text 17">
            <a:extLst xmlns:a="http://schemas.openxmlformats.org/drawingml/2006/main">
              <a:ext uri="{FF2B5EF4-FFF2-40B4-BE49-F238E27FC236}">
                <a16:creationId xmlns:a16="http://schemas.microsoft.com/office/drawing/2014/main" id="{45E46944-49AC-45AA-8B7D-77515013AC57}"/>
              </a:ext>
            </a:extLst>
          </p:cNvPr>
          <p:cNvSpPr>
            <a:spLocks xmlns:a="http://schemas.openxmlformats.org/drawingml/2006/main" noGrp="1"/>
          </p:cNvSpPr>
          <p:nvPr/>
        </p:nvSpPr>
        <p:spPr>
          <a:xfrm xmlns:a="http://schemas.openxmlformats.org/drawingml/2006/main">
            <a:off x="804672" y="5102352"/>
            <a:ext cx="3054096"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defRPr sz="1050">
                <a:solidFill>
                  <a:srgbClr val="374151"/>
                </a:solidFill>
                <a:latin typeface="Segoe UI"/>
                <a:ea typeface="Segoe UI"/>
                <a:cs typeface="Segoe UI"/>
              </a:defRPr>
            </a:pPr>
            <a:r>
              <a:rPr sz="1050">
                <a:solidFill>
                  <a:srgbClr val="374151"/>
                </a:solidFill>
                <a:latin typeface="Segoe UI"/>
                <a:ea typeface="Segoe UI"/>
                <a:cs typeface="Segoe UI"/>
              </a:rPr>
              <a:t>Create users, define roles and permissions, and maintain departments, divisions, positions and reporting lines.</a:t>
            </a:r>
            <a:endParaRPr sz="1150"/>
          </a:p>
        </p:txBody>
      </p:sp>
      <p:sp>
        <p:nvSpPr>
          <p:cNvPr id="24" name="Shape 18">
            <a:extLst xmlns:a="http://schemas.openxmlformats.org/drawingml/2006/main">
              <a:ext uri="{FF2B5EF4-FFF2-40B4-BE49-F238E27FC236}">
                <a16:creationId xmlns:a16="http://schemas.microsoft.com/office/drawing/2014/main" id="{DFEF7646-E9B8-437E-9B78-517C1BFDB6D0}"/>
              </a:ext>
            </a:extLst>
          </p:cNvPr>
          <p:cNvSpPr>
            <a:spLocks xmlns:a="http://schemas.openxmlformats.org/drawingml/2006/main" noGrp="1"/>
          </p:cNvSpPr>
          <p:nvPr/>
        </p:nvSpPr>
        <p:spPr>
          <a:xfrm xmlns:a="http://schemas.openxmlformats.org/drawingml/2006/main">
            <a:off x="4352544" y="3803904"/>
            <a:ext cx="3529584" cy="1956816"/>
          </a:xfrm>
          <a:prstGeom xmlns:a="http://schemas.openxmlformats.org/drawingml/2006/main" prst="roundRect">
            <a:avLst>
              <a:gd name="adj" fmla="val 4206"/>
            </a:avLst>
          </a:prstGeom>
          <a:solidFill xmlns:a="http://schemas.openxmlformats.org/drawingml/2006/main">
            <a:srgbClr val="1E3A8A"/>
          </a:solidFill>
          <a:ln xmlns:a="http://schemas.openxmlformats.org/drawingml/2006/main" w="9525">
            <a:solidFill>
              <a:srgbClr val="1E3A8A"/>
            </a:solidFill>
            <a:prstDash val="solid"/>
          </a:ln>
          <a:effectLst xmlns:a="http://schemas.openxmlformats.org/drawingml/2006/main">
            <a:outerShdw blurRad="127000" dist="25400" dir="5400000" algn="bl" rotWithShape="0">
              <a:srgbClr val="9AA7B4">
                <a:alpha val="28000"/>
              </a:srgbClr>
            </a:outerShdw>
          </a:effectLst>
        </p:spPr>
      </p:sp>
      <p:sp>
        <p:nvSpPr>
          <p:cNvPr id="25" name="Shape 19">
            <a:extLst xmlns:a="http://schemas.openxmlformats.org/drawingml/2006/main">
              <a:ext uri="{FF2B5EF4-FFF2-40B4-BE49-F238E27FC236}">
                <a16:creationId xmlns:a16="http://schemas.microsoft.com/office/drawing/2014/main" id="{4297A5A8-0E06-424B-9C13-91CCF2D5BA33}"/>
              </a:ext>
            </a:extLst>
          </p:cNvPr>
          <p:cNvSpPr>
            <a:spLocks xmlns:a="http://schemas.openxmlformats.org/drawingml/2006/main" noGrp="1"/>
          </p:cNvSpPr>
          <p:nvPr/>
        </p:nvSpPr>
        <p:spPr>
          <a:xfrm xmlns:a="http://schemas.openxmlformats.org/drawingml/2006/main">
            <a:off x="4590288" y="4041648"/>
            <a:ext cx="603504" cy="603504"/>
          </a:xfrm>
          <a:prstGeom xmlns:a="http://schemas.openxmlformats.org/drawingml/2006/main" prst="ellipse">
            <a:avLst/>
          </a:prstGeom>
          <a:solidFill xmlns:a="http://schemas.openxmlformats.org/drawingml/2006/main">
            <a:srgbClr val="155DFC"/>
          </a:solidFill>
          <a:ln xmlns:a="http://schemas.openxmlformats.org/drawingml/2006/main" w="0">
            <a:solidFill>
              <a:srgbClr val="155DFC"/>
            </a:solidFill>
            <a:prstDash val="solid"/>
          </a:ln>
        </p:spPr>
      </p:sp>
      <p:pic>
        <p:nvPicPr>
          <p:cNvPr id="64" name="Image 4"/>
          <p:cNvPicPr>
            <a:picLocks xmlns:a="http://schemas.openxmlformats.org/drawingml/2006/main" noChangeAspect="1"/>
          </p:cNvPicPr>
          <p:nvPr/>
        </p:nvPicPr>
        <p:blipFill>
          <a:blip xmlns:r="http://schemas.openxmlformats.org/officeDocument/2006/relationships" xmlns:a="http://schemas.openxmlformats.org/drawingml/2006/main" r:embed="R35f60f81360f4667"/>
          <a:stretch xmlns:a="http://schemas.openxmlformats.org/drawingml/2006/main">
            <a:fillRect l="0" t="0" r="0" b="0"/>
          </a:stretch>
        </p:blipFill>
        <p:spPr>
          <a:xfrm xmlns:a="http://schemas.openxmlformats.org/drawingml/2006/main">
            <a:off x="4747199" y="4198559"/>
            <a:ext cx="289682" cy="289682"/>
          </a:xfrm>
          <a:prstGeom xmlns:a="http://schemas.openxmlformats.org/drawingml/2006/main" prst="rect">
            <a:avLst/>
          </a:prstGeom>
        </p:spPr>
      </p:pic>
      <p:sp>
        <p:nvSpPr>
          <p:cNvPr id="27" name="Text 20">
            <a:extLst xmlns:a="http://schemas.openxmlformats.org/drawingml/2006/main">
              <a:ext uri="{FF2B5EF4-FFF2-40B4-BE49-F238E27FC236}">
                <a16:creationId xmlns:a16="http://schemas.microsoft.com/office/drawing/2014/main" id="{F7E653DB-C5B7-4B2D-8A43-B7D24D58C901}"/>
              </a:ext>
            </a:extLst>
          </p:cNvPr>
          <p:cNvSpPr>
            <a:spLocks xmlns:a="http://schemas.openxmlformats.org/drawingml/2006/main" noGrp="1"/>
          </p:cNvSpPr>
          <p:nvPr/>
        </p:nvSpPr>
        <p:spPr>
          <a:xfrm xmlns:a="http://schemas.openxmlformats.org/drawingml/2006/main">
            <a:off x="4590288" y="4718304"/>
            <a:ext cx="3054096"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275" b="1">
                <a:solidFill>
                  <a:srgbClr val="FFFFFF"/>
                </a:solidFill>
                <a:latin typeface="Poppins"/>
                <a:ea typeface="Poppins"/>
                <a:cs typeface="Poppins"/>
              </a:defRPr>
            </a:pPr>
            <a:r>
              <a:rPr sz="1275" b="1">
                <a:solidFill>
                  <a:srgbClr val="FFFFFF"/>
                </a:solidFill>
                <a:latin typeface="Poppins"/>
                <a:ea typeface="Poppins"/>
                <a:cs typeface="Poppins"/>
              </a:rPr>
              <a:t>Security and audit trail</a:t>
            </a:r>
            <a:endParaRPr sz="1450"/>
          </a:p>
        </p:txBody>
      </p:sp>
      <p:sp>
        <p:nvSpPr>
          <p:cNvPr id="28" name="Text 21">
            <a:extLst xmlns:a="http://schemas.openxmlformats.org/drawingml/2006/main">
              <a:ext uri="{FF2B5EF4-FFF2-40B4-BE49-F238E27FC236}">
                <a16:creationId xmlns:a16="http://schemas.microsoft.com/office/drawing/2014/main" id="{168F9CDA-3C20-4095-A2A9-79AAABE6211F}"/>
              </a:ext>
            </a:extLst>
          </p:cNvPr>
          <p:cNvSpPr>
            <a:spLocks xmlns:a="http://schemas.openxmlformats.org/drawingml/2006/main" noGrp="1"/>
          </p:cNvSpPr>
          <p:nvPr/>
        </p:nvSpPr>
        <p:spPr>
          <a:xfrm xmlns:a="http://schemas.openxmlformats.org/drawingml/2006/main">
            <a:off x="4590288" y="5102352"/>
            <a:ext cx="3054096"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defRPr sz="1050">
                <a:solidFill>
                  <a:srgbClr val="D5DDEA"/>
                </a:solidFill>
                <a:latin typeface="Segoe UI"/>
                <a:ea typeface="Segoe UI"/>
                <a:cs typeface="Segoe UI"/>
              </a:defRPr>
            </a:pPr>
            <a:r>
              <a:rPr sz="1050">
                <a:solidFill>
                  <a:srgbClr val="D5DDEA"/>
                </a:solidFill>
                <a:latin typeface="Segoe UI"/>
                <a:ea typeface="Segoe UI"/>
                <a:cs typeface="Segoe UI"/>
              </a:rPr>
              <a:t>Every create, edit, assignment and approval is logged with user and time. Access is scoped by role and department.</a:t>
            </a:r>
            <a:endParaRPr sz="1150"/>
          </a:p>
        </p:txBody>
      </p:sp>
      <p:sp>
        <p:nvSpPr>
          <p:cNvPr id="29" name="Shape 22">
            <a:extLst xmlns:a="http://schemas.openxmlformats.org/drawingml/2006/main">
              <a:ext uri="{FF2B5EF4-FFF2-40B4-BE49-F238E27FC236}">
                <a16:creationId xmlns:a16="http://schemas.microsoft.com/office/drawing/2014/main" id="{7D67105C-1081-4962-9BAC-2B68DB2C0BD8}"/>
              </a:ext>
            </a:extLst>
          </p:cNvPr>
          <p:cNvSpPr>
            <a:spLocks xmlns:a="http://schemas.openxmlformats.org/drawingml/2006/main" noGrp="1"/>
          </p:cNvSpPr>
          <p:nvPr/>
        </p:nvSpPr>
        <p:spPr>
          <a:xfrm xmlns:a="http://schemas.openxmlformats.org/drawingml/2006/main">
            <a:off x="8138160" y="3803904"/>
            <a:ext cx="3529584" cy="1956816"/>
          </a:xfrm>
          <a:prstGeom xmlns:a="http://schemas.openxmlformats.org/drawingml/2006/main" prst="roundRect">
            <a:avLst>
              <a:gd name="adj" fmla="val 4206"/>
            </a:avLst>
          </a:prstGeom>
          <a:solidFill xmlns:a="http://schemas.openxmlformats.org/drawingml/2006/main">
            <a:srgbClr val="FFFEFB"/>
          </a:solidFill>
          <a:ln xmlns:a="http://schemas.openxmlformats.org/drawingml/2006/main" w="9525">
            <a:solidFill>
              <a:srgbClr val="DBE7FF"/>
            </a:solidFill>
            <a:prstDash val="solid"/>
          </a:ln>
          <a:effectLst xmlns:a="http://schemas.openxmlformats.org/drawingml/2006/main">
            <a:outerShdw blurRad="127000" dist="25400" dir="5400000" algn="bl" rotWithShape="0">
              <a:srgbClr val="9AA7B4">
                <a:alpha val="28000"/>
              </a:srgbClr>
            </a:outerShdw>
          </a:effectLst>
        </p:spPr>
      </p:sp>
      <p:sp>
        <p:nvSpPr>
          <p:cNvPr id="30" name="Shape 23">
            <a:extLst xmlns:a="http://schemas.openxmlformats.org/drawingml/2006/main">
              <a:ext uri="{FF2B5EF4-FFF2-40B4-BE49-F238E27FC236}">
                <a16:creationId xmlns:a16="http://schemas.microsoft.com/office/drawing/2014/main" id="{BE7FBE6E-29A0-49F3-BC27-E6E3F5530B61}"/>
              </a:ext>
            </a:extLst>
          </p:cNvPr>
          <p:cNvSpPr>
            <a:spLocks xmlns:a="http://schemas.openxmlformats.org/drawingml/2006/main" noGrp="1"/>
          </p:cNvSpPr>
          <p:nvPr/>
        </p:nvSpPr>
        <p:spPr>
          <a:xfrm xmlns:a="http://schemas.openxmlformats.org/drawingml/2006/main">
            <a:off x="8375904" y="4041648"/>
            <a:ext cx="603504" cy="603504"/>
          </a:xfrm>
          <a:prstGeom xmlns:a="http://schemas.openxmlformats.org/drawingml/2006/main" prst="ellipse">
            <a:avLst/>
          </a:prstGeom>
          <a:solidFill xmlns:a="http://schemas.openxmlformats.org/drawingml/2006/main">
            <a:srgbClr val="155DFC"/>
          </a:solidFill>
          <a:ln xmlns:a="http://schemas.openxmlformats.org/drawingml/2006/main" w="0">
            <a:solidFill>
              <a:srgbClr val="155DFC"/>
            </a:solidFill>
            <a:prstDash val="solid"/>
          </a:ln>
        </p:spPr>
      </p:sp>
      <p:pic>
        <p:nvPicPr>
          <p:cNvPr id="69" name="Image 5"/>
          <p:cNvPicPr>
            <a:picLocks xmlns:a="http://schemas.openxmlformats.org/drawingml/2006/main" noChangeAspect="1"/>
          </p:cNvPicPr>
          <p:nvPr/>
        </p:nvPicPr>
        <p:blipFill>
          <a:blip xmlns:r="http://schemas.openxmlformats.org/officeDocument/2006/relationships" xmlns:a="http://schemas.openxmlformats.org/drawingml/2006/main" r:embed="Re97e99bd1df5403c"/>
          <a:stretch xmlns:a="http://schemas.openxmlformats.org/drawingml/2006/main">
            <a:fillRect l="0" t="0" r="0" b="0"/>
          </a:stretch>
        </p:blipFill>
        <p:spPr>
          <a:xfrm xmlns:a="http://schemas.openxmlformats.org/drawingml/2006/main">
            <a:off x="8532815" y="4198559"/>
            <a:ext cx="289682" cy="289682"/>
          </a:xfrm>
          <a:prstGeom xmlns:a="http://schemas.openxmlformats.org/drawingml/2006/main" prst="rect">
            <a:avLst/>
          </a:prstGeom>
        </p:spPr>
      </p:pic>
      <p:sp>
        <p:nvSpPr>
          <p:cNvPr id="32" name="Text 24">
            <a:extLst xmlns:a="http://schemas.openxmlformats.org/drawingml/2006/main">
              <a:ext uri="{FF2B5EF4-FFF2-40B4-BE49-F238E27FC236}">
                <a16:creationId xmlns:a16="http://schemas.microsoft.com/office/drawing/2014/main" id="{3FDD2B77-9124-4CA0-ACC2-96BC291A77B3}"/>
              </a:ext>
            </a:extLst>
          </p:cNvPr>
          <p:cNvSpPr>
            <a:spLocks xmlns:a="http://schemas.openxmlformats.org/drawingml/2006/main" noGrp="1"/>
          </p:cNvSpPr>
          <p:nvPr/>
        </p:nvSpPr>
        <p:spPr>
          <a:xfrm xmlns:a="http://schemas.openxmlformats.org/drawingml/2006/main">
            <a:off x="8375904" y="4718304"/>
            <a:ext cx="3054096"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275" b="1">
                <a:solidFill>
                  <a:srgbClr val="1E3A8A"/>
                </a:solidFill>
                <a:latin typeface="Poppins"/>
                <a:ea typeface="Poppins"/>
                <a:cs typeface="Poppins"/>
              </a:defRPr>
            </a:pPr>
            <a:r>
              <a:rPr sz="1275" b="1">
                <a:solidFill>
                  <a:srgbClr val="1E3A8A"/>
                </a:solidFill>
                <a:latin typeface="Poppins"/>
                <a:ea typeface="Poppins"/>
                <a:cs typeface="Poppins"/>
              </a:rPr>
              <a:t>Works on phone and desktop</a:t>
            </a:r>
            <a:endParaRPr sz="1450"/>
          </a:p>
        </p:txBody>
      </p:sp>
      <p:sp>
        <p:nvSpPr>
          <p:cNvPr id="33" name="Text 25">
            <a:extLst xmlns:a="http://schemas.openxmlformats.org/drawingml/2006/main">
              <a:ext uri="{FF2B5EF4-FFF2-40B4-BE49-F238E27FC236}">
                <a16:creationId xmlns:a16="http://schemas.microsoft.com/office/drawing/2014/main" id="{6C37B9FC-E83F-4CC0-B812-258D2CBBB130}"/>
              </a:ext>
            </a:extLst>
          </p:cNvPr>
          <p:cNvSpPr>
            <a:spLocks xmlns:a="http://schemas.openxmlformats.org/drawingml/2006/main" noGrp="1"/>
          </p:cNvSpPr>
          <p:nvPr/>
        </p:nvSpPr>
        <p:spPr>
          <a:xfrm xmlns:a="http://schemas.openxmlformats.org/drawingml/2006/main">
            <a:off x="8375904" y="5102352"/>
            <a:ext cx="3054096"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defRPr sz="1050">
                <a:solidFill>
                  <a:srgbClr val="374151"/>
                </a:solidFill>
                <a:latin typeface="Segoe UI"/>
                <a:ea typeface="Segoe UI"/>
                <a:cs typeface="Segoe UI"/>
              </a:defRPr>
            </a:pPr>
            <a:r>
              <a:rPr sz="1050">
                <a:solidFill>
                  <a:srgbClr val="374151"/>
                </a:solidFill>
                <a:latin typeface="Segoe UI"/>
                <a:ea typeface="Segoe UI"/>
                <a:cs typeface="Segoe UI"/>
              </a:rPr>
              <a:t>Installs on a phone like an app, keeps working on a weak connection, and needs no software on office computers.</a:t>
            </a:r>
            <a:endParaRPr sz="1150"/>
          </a:p>
        </p:txBody>
      </p:sp>
    </p:spTree>
    <p:extLst>
      <p:ext uri="{BB962C8B-B14F-4D97-AF65-F5344CB8AC3E}">
        <p14:creationId xmlns:p14="http://schemas.microsoft.com/office/powerpoint/2010/main" val="548246622"/>
      </p:ext>
    </p:extLst>
  </p:cSld>
</p:sld>
</file>

<file path=ppt/slides/slide7.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C7B5EDF-8269-431E-916E-478289A244F0}"/>
              </a:ext>
            </a:extLst>
          </p:cNvPr>
          <p:cNvSpPr>
            <a:spLocks xmlns:a="http://schemas.openxmlformats.org/drawingml/2006/main" noGrp="1"/>
          </p:cNvSpPr>
          <p:nvPr/>
        </p:nvSpPr>
        <p:spPr>
          <a:xfrm xmlns:a="http://schemas.openxmlformats.org/drawingml/2006/main">
            <a:off x="566928" y="384048"/>
            <a:ext cx="8229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125" b="1">
                <a:solidFill>
                  <a:srgbClr val="155DFC"/>
                </a:solidFill>
                <a:latin typeface="Poppins"/>
                <a:ea typeface="Poppins"/>
                <a:cs typeface="Poppins"/>
              </a:defRPr>
            </a:pPr>
            <a:r>
              <a:rPr sz="1125" b="1">
                <a:solidFill>
                  <a:srgbClr val="155DFC"/>
                </a:solidFill>
                <a:latin typeface="Poppins"/>
                <a:ea typeface="Poppins"/>
                <a:cs typeface="Poppins"/>
              </a:rPr>
              <a:t>ROLL-OUT PLAN</a:t>
            </a:r>
            <a:endParaRPr sz="1200"/>
          </a:p>
        </p:txBody>
      </p:sp>
      <p:sp>
        <p:nvSpPr>
          <p:cNvPr id="3" name="Text 1">
            <a:extLst xmlns:a="http://schemas.openxmlformats.org/drawingml/2006/main">
              <a:ext uri="{FF2B5EF4-FFF2-40B4-BE49-F238E27FC236}">
                <a16:creationId xmlns:a16="http://schemas.microsoft.com/office/drawing/2014/main" id="{7C6E0465-D632-4F3C-A5FA-CFA9602AE150}"/>
              </a:ext>
            </a:extLst>
          </p:cNvPr>
          <p:cNvSpPr>
            <a:spLocks xmlns:a="http://schemas.openxmlformats.org/drawingml/2006/main" noGrp="1"/>
          </p:cNvSpPr>
          <p:nvPr/>
        </p:nvSpPr>
        <p:spPr>
          <a:xfrm xmlns:a="http://schemas.openxmlformats.org/drawingml/2006/main">
            <a:off x="566928" y="658368"/>
            <a:ext cx="11055096"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95000"/>
              </a:lnSpc>
              <a:buNone/>
              <a:defRPr sz="3450" b="1">
                <a:solidFill>
                  <a:srgbClr val="1E3A8A"/>
                </a:solidFill>
                <a:latin typeface="Poppins"/>
                <a:ea typeface="Poppins"/>
                <a:cs typeface="Poppins"/>
              </a:defRPr>
            </a:pPr>
            <a:r>
              <a:rPr sz="3450" b="1">
                <a:solidFill>
                  <a:srgbClr val="1E3A8A"/>
                </a:solidFill>
                <a:latin typeface="Poppins"/>
                <a:ea typeface="Poppins"/>
                <a:cs typeface="Poppins"/>
              </a:rPr>
              <a:t>How we will roll it out: four phases</a:t>
            </a:r>
            <a:endParaRPr sz="3400"/>
          </a:p>
        </p:txBody>
      </p:sp>
      <p:sp>
        <p:nvSpPr>
          <p:cNvPr id="4" name="Text 2">
            <a:extLst xmlns:a="http://schemas.openxmlformats.org/drawingml/2006/main">
              <a:ext uri="{FF2B5EF4-FFF2-40B4-BE49-F238E27FC236}">
                <a16:creationId xmlns:a16="http://schemas.microsoft.com/office/drawing/2014/main" id="{EBCC4973-0FBD-4C33-9091-AA01A13B3510}"/>
              </a:ext>
            </a:extLst>
          </p:cNvPr>
          <p:cNvSpPr>
            <a:spLocks xmlns:a="http://schemas.openxmlformats.org/drawingml/2006/main" noGrp="1"/>
          </p:cNvSpPr>
          <p:nvPr/>
        </p:nvSpPr>
        <p:spPr>
          <a:xfrm xmlns:a="http://schemas.openxmlformats.org/drawingml/2006/main">
            <a:off x="566928" y="1417320"/>
            <a:ext cx="106070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defRPr sz="1275">
                <a:solidFill>
                  <a:srgbClr val="374151"/>
                </a:solidFill>
                <a:latin typeface="Segoe UI"/>
                <a:ea typeface="Segoe UI"/>
                <a:cs typeface="Segoe UI"/>
              </a:defRPr>
            </a:pPr>
            <a:r>
              <a:rPr sz="1275">
                <a:solidFill>
                  <a:srgbClr val="374151"/>
                </a:solidFill>
                <a:latin typeface="Segoe UI"/>
                <a:ea typeface="Segoe UI"/>
                <a:cs typeface="Segoe UI"/>
              </a:rPr>
              <a:t>A phased roll-out. We prove the system in the PS Office first, then take it out in two waves, each led by a named champion.</a:t>
            </a:r>
            <a:endParaRPr sz="1400"/>
          </a:p>
        </p:txBody>
      </p:sp>
      <p:sp>
        <p:nvSpPr>
          <p:cNvPr id="5" name="Shape 3">
            <a:extLst xmlns:a="http://schemas.openxmlformats.org/drawingml/2006/main">
              <a:ext uri="{FF2B5EF4-FFF2-40B4-BE49-F238E27FC236}">
                <a16:creationId xmlns:a16="http://schemas.microsoft.com/office/drawing/2014/main" id="{63FA6EA7-4601-40B7-B50F-15A703FAD56A}"/>
              </a:ext>
            </a:extLst>
          </p:cNvPr>
          <p:cNvSpPr>
            <a:spLocks xmlns:a="http://schemas.openxmlformats.org/drawingml/2006/main" noGrp="1"/>
          </p:cNvSpPr>
          <p:nvPr/>
        </p:nvSpPr>
        <p:spPr>
          <a:xfrm xmlns:a="http://schemas.openxmlformats.org/drawingml/2006/main">
            <a:off x="566928" y="1938528"/>
            <a:ext cx="2706624" cy="3246120"/>
          </a:xfrm>
          <a:prstGeom xmlns:a="http://schemas.openxmlformats.org/drawingml/2006/main" prst="roundRect">
            <a:avLst>
              <a:gd name="adj" fmla="val 3041"/>
            </a:avLst>
          </a:prstGeom>
          <a:solidFill xmlns:a="http://schemas.openxmlformats.org/drawingml/2006/main">
            <a:srgbClr val="FFFEFB"/>
          </a:solidFill>
          <a:ln xmlns:a="http://schemas.openxmlformats.org/drawingml/2006/main" w="9525">
            <a:solidFill>
              <a:srgbClr val="DBE7FF"/>
            </a:solidFill>
            <a:prstDash val="solid"/>
          </a:ln>
          <a:effectLst xmlns:a="http://schemas.openxmlformats.org/drawingml/2006/main">
            <a:outerShdw blurRad="127000" dist="25400" dir="5400000" algn="bl" rotWithShape="0">
              <a:srgbClr val="9AA7B4">
                <a:alpha val="28000"/>
              </a:srgbClr>
            </a:outerShdw>
          </a:effectLst>
        </p:spPr>
      </p:sp>
      <p:sp>
        <p:nvSpPr>
          <p:cNvPr id="6" name="Shape 4">
            <a:extLst xmlns:a="http://schemas.openxmlformats.org/drawingml/2006/main">
              <a:ext uri="{FF2B5EF4-FFF2-40B4-BE49-F238E27FC236}">
                <a16:creationId xmlns:a16="http://schemas.microsoft.com/office/drawing/2014/main" id="{DA503E3A-9182-490A-A125-A9270FF66E90}"/>
              </a:ext>
            </a:extLst>
          </p:cNvPr>
          <p:cNvSpPr>
            <a:spLocks xmlns:a="http://schemas.openxmlformats.org/drawingml/2006/main" noGrp="1"/>
          </p:cNvSpPr>
          <p:nvPr/>
        </p:nvSpPr>
        <p:spPr>
          <a:xfrm xmlns:a="http://schemas.openxmlformats.org/drawingml/2006/main">
            <a:off x="786384" y="2157984"/>
            <a:ext cx="420624" cy="420624"/>
          </a:xfrm>
          <a:prstGeom xmlns:a="http://schemas.openxmlformats.org/drawingml/2006/main" prst="ellipse">
            <a:avLst/>
          </a:prstGeom>
          <a:solidFill xmlns:a="http://schemas.openxmlformats.org/drawingml/2006/main">
            <a:srgbClr val="0E7490"/>
          </a:solidFill>
          <a:ln xmlns:a="http://schemas.openxmlformats.org/drawingml/2006/main" w="0">
            <a:solidFill>
              <a:srgbClr val="0E7490"/>
            </a:solidFill>
            <a:prstDash val="solid"/>
          </a:ln>
        </p:spPr>
      </p:sp>
      <p:sp>
        <p:nvSpPr>
          <p:cNvPr id="7" name="Text 5">
            <a:extLst xmlns:a="http://schemas.openxmlformats.org/drawingml/2006/main">
              <a:ext uri="{FF2B5EF4-FFF2-40B4-BE49-F238E27FC236}">
                <a16:creationId xmlns:a16="http://schemas.microsoft.com/office/drawing/2014/main" id="{4C96D528-840F-4B80-85A1-FB1EB0EDC4D7}"/>
              </a:ext>
            </a:extLst>
          </p:cNvPr>
          <p:cNvSpPr>
            <a:spLocks xmlns:a="http://schemas.openxmlformats.org/drawingml/2006/main" noGrp="1"/>
          </p:cNvSpPr>
          <p:nvPr/>
        </p:nvSpPr>
        <p:spPr>
          <a:xfrm xmlns:a="http://schemas.openxmlformats.org/drawingml/2006/main">
            <a:off x="786384" y="2157984"/>
            <a:ext cx="420624"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defRPr sz="1200" b="1">
                <a:solidFill>
                  <a:srgbClr val="FFFFFF"/>
                </a:solidFill>
                <a:latin typeface="Poppins"/>
                <a:ea typeface="Poppins"/>
                <a:cs typeface="Poppins"/>
              </a:defRPr>
            </a:pPr>
            <a:r>
              <a:rPr sz="1200" b="1">
                <a:solidFill>
                  <a:srgbClr val="FFFFFF"/>
                </a:solidFill>
                <a:latin typeface="Poppins"/>
                <a:ea typeface="Poppins"/>
                <a:cs typeface="Poppins"/>
              </a:rPr>
              <a:t>1</a:t>
            </a:r>
            <a:endParaRPr sz="1500"/>
          </a:p>
        </p:txBody>
      </p:sp>
      <p:sp>
        <p:nvSpPr>
          <p:cNvPr id="8" name="Text 6">
            <a:extLst xmlns:a="http://schemas.openxmlformats.org/drawingml/2006/main">
              <a:ext uri="{FF2B5EF4-FFF2-40B4-BE49-F238E27FC236}">
                <a16:creationId xmlns:a16="http://schemas.microsoft.com/office/drawing/2014/main" id="{019A4425-2BB6-4B47-A567-8FE67B65F951}"/>
              </a:ext>
            </a:extLst>
          </p:cNvPr>
          <p:cNvSpPr>
            <a:spLocks xmlns:a="http://schemas.openxmlformats.org/drawingml/2006/main" noGrp="1"/>
          </p:cNvSpPr>
          <p:nvPr/>
        </p:nvSpPr>
        <p:spPr>
          <a:xfrm xmlns:a="http://schemas.openxmlformats.org/drawingml/2006/main">
            <a:off x="1316736" y="2176272"/>
            <a:ext cx="1792224"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975" b="1">
                <a:solidFill>
                  <a:srgbClr val="155DFC"/>
                </a:solidFill>
                <a:latin typeface="Poppins"/>
                <a:ea typeface="Poppins"/>
                <a:cs typeface="Poppins"/>
              </a:defRPr>
            </a:pPr>
            <a:r>
              <a:rPr sz="975" b="1">
                <a:solidFill>
                  <a:srgbClr val="155DFC"/>
                </a:solidFill>
                <a:latin typeface="Poppins"/>
                <a:ea typeface="Poppins"/>
                <a:cs typeface="Poppins"/>
              </a:rPr>
              <a:t>PHASE 1</a:t>
            </a:r>
            <a:endParaRPr sz="1000"/>
          </a:p>
        </p:txBody>
      </p:sp>
      <p:sp>
        <p:nvSpPr>
          <p:cNvPr id="9" name="Text 7">
            <a:extLst xmlns:a="http://schemas.openxmlformats.org/drawingml/2006/main">
              <a:ext uri="{FF2B5EF4-FFF2-40B4-BE49-F238E27FC236}">
                <a16:creationId xmlns:a16="http://schemas.microsoft.com/office/drawing/2014/main" id="{49DA5CCB-0D83-48AF-A2EA-536E6EB10B56}"/>
              </a:ext>
            </a:extLst>
          </p:cNvPr>
          <p:cNvSpPr>
            <a:spLocks xmlns:a="http://schemas.openxmlformats.org/drawingml/2006/main" noGrp="1"/>
          </p:cNvSpPr>
          <p:nvPr/>
        </p:nvSpPr>
        <p:spPr>
          <a:xfrm xmlns:a="http://schemas.openxmlformats.org/drawingml/2006/main">
            <a:off x="1316736" y="2359152"/>
            <a:ext cx="17922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500" b="1">
                <a:solidFill>
                  <a:srgbClr val="1E3A8A"/>
                </a:solidFill>
                <a:latin typeface="Poppins"/>
                <a:ea typeface="Poppins"/>
                <a:cs typeface="Poppins"/>
              </a:defRPr>
            </a:pPr>
            <a:r>
              <a:rPr sz="1500" b="1">
                <a:solidFill>
                  <a:srgbClr val="1E3A8A"/>
                </a:solidFill>
                <a:latin typeface="Poppins"/>
                <a:ea typeface="Poppins"/>
                <a:cs typeface="Poppins"/>
              </a:rPr>
              <a:t>Prepare</a:t>
            </a:r>
            <a:endParaRPr sz="1500"/>
          </a:p>
        </p:txBody>
      </p:sp>
      <p:sp>
        <p:nvSpPr>
          <p:cNvPr id="10" name="Text 8">
            <a:extLst xmlns:a="http://schemas.openxmlformats.org/drawingml/2006/main">
              <a:ext uri="{FF2B5EF4-FFF2-40B4-BE49-F238E27FC236}">
                <a16:creationId xmlns:a16="http://schemas.microsoft.com/office/drawing/2014/main" id="{E3C26F7E-9B29-4939-8BA7-5D0D6FE07746}"/>
              </a:ext>
            </a:extLst>
          </p:cNvPr>
          <p:cNvSpPr>
            <a:spLocks xmlns:a="http://schemas.openxmlformats.org/drawingml/2006/main" noGrp="1"/>
          </p:cNvSpPr>
          <p:nvPr/>
        </p:nvSpPr>
        <p:spPr>
          <a:xfrm xmlns:a="http://schemas.openxmlformats.org/drawingml/2006/main">
            <a:off x="804672" y="2852928"/>
            <a:ext cx="2249424" cy="1783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342900" indent="-342900">
              <a:lnSpc>
                <a:spcPct val="105000"/>
              </a:lnSpc>
              <a:spcAft>
                <a:spcPts val="600"/>
              </a:spcAft>
              <a:buSzPct val="100000"/>
              <a:buChar char="•"/>
              <a:defRPr sz="1050">
                <a:solidFill>
                  <a:srgbClr val="374151"/>
                </a:solidFill>
                <a:latin typeface="Segoe UI"/>
                <a:ea typeface="Segoe UI"/>
                <a:cs typeface="Segoe UI"/>
              </a:defRPr>
            </a:pPr>
            <a:r>
              <a:rPr sz="1050">
                <a:solidFill>
                  <a:srgbClr val="374151"/>
                </a:solidFill>
                <a:latin typeface="Segoe UI"/>
                <a:ea typeface="Segoe UI"/>
                <a:cs typeface="Segoe UI"/>
              </a:rPr>
              <a:t>Deploy on the Ministry server</a:t>
            </a:r>
            <a:endParaRPr sz="1050"/>
          </a:p>
          <a:p xmlns:a="http://schemas.openxmlformats.org/drawingml/2006/main">
            <a:pPr marL="342900" indent="-342900">
              <a:lnSpc>
                <a:spcPct val="105000"/>
              </a:lnSpc>
              <a:spcAft>
                <a:spcPts val="600"/>
              </a:spcAft>
              <a:buSzPct val="100000"/>
              <a:buChar char="•"/>
              <a:defRPr sz="1050">
                <a:solidFill>
                  <a:srgbClr val="374151"/>
                </a:solidFill>
                <a:latin typeface="Segoe UI"/>
                <a:ea typeface="Segoe UI"/>
                <a:cs typeface="Segoe UI"/>
              </a:defRPr>
            </a:pPr>
            <a:r>
              <a:rPr sz="1050">
                <a:solidFill>
                  <a:srgbClr val="374151"/>
                </a:solidFill>
                <a:latin typeface="Segoe UI"/>
                <a:ea typeface="Segoe UI"/>
                <a:cs typeface="Segoe UI"/>
              </a:rPr>
              <a:t>Load departments, divisions and positions</a:t>
            </a:r>
            <a:endParaRPr sz="1050"/>
          </a:p>
          <a:p xmlns:a="http://schemas.openxmlformats.org/drawingml/2006/main">
            <a:pPr marL="342900" indent="-342900">
              <a:lnSpc>
                <a:spcPct val="105000"/>
              </a:lnSpc>
              <a:spcAft>
                <a:spcPts val="600"/>
              </a:spcAft>
              <a:buSzPct val="100000"/>
              <a:buChar char="•"/>
              <a:defRPr sz="1050">
                <a:solidFill>
                  <a:srgbClr val="374151"/>
                </a:solidFill>
                <a:latin typeface="Segoe UI"/>
                <a:ea typeface="Segoe UI"/>
                <a:cs typeface="Segoe UI"/>
              </a:defRPr>
            </a:pPr>
            <a:r>
              <a:rPr sz="1050">
                <a:solidFill>
                  <a:srgbClr val="374151"/>
                </a:solidFill>
                <a:latin typeface="Segoe UI"/>
                <a:ea typeface="Segoe UI"/>
                <a:cs typeface="Segoe UI"/>
              </a:rPr>
              <a:t>Create accounts and assign roles</a:t>
            </a:r>
            <a:endParaRPr sz="1050"/>
          </a:p>
          <a:p xmlns:a="http://schemas.openxmlformats.org/drawingml/2006/main">
            <a:pPr marL="342900" indent="-342900">
              <a:lnSpc>
                <a:spcPct val="105000"/>
              </a:lnSpc>
              <a:spcAft>
                <a:spcPts val="600"/>
              </a:spcAft>
              <a:buSzPct val="100000"/>
              <a:buChar char="•"/>
              <a:defRPr sz="1050">
                <a:solidFill>
                  <a:srgbClr val="374151"/>
                </a:solidFill>
                <a:latin typeface="Segoe UI"/>
                <a:ea typeface="Segoe UI"/>
                <a:cs typeface="Segoe UI"/>
              </a:defRPr>
            </a:pPr>
            <a:r>
              <a:rPr sz="1050">
                <a:solidFill>
                  <a:srgbClr val="374151"/>
                </a:solidFill>
                <a:latin typeface="Segoe UI"/>
                <a:ea typeface="Segoe UI"/>
                <a:cs typeface="Segoe UI"/>
              </a:rPr>
              <a:t>Agree the file-reference standard</a:t>
            </a:r>
            <a:endParaRPr sz="1050"/>
          </a:p>
        </p:txBody>
      </p:sp>
      <p:sp>
        <p:nvSpPr>
          <p:cNvPr id="11" name="Text 9">
            <a:extLst xmlns:a="http://schemas.openxmlformats.org/drawingml/2006/main">
              <a:ext uri="{FF2B5EF4-FFF2-40B4-BE49-F238E27FC236}">
                <a16:creationId xmlns:a16="http://schemas.microsoft.com/office/drawing/2014/main" id="{A4B16632-3C1F-4C7E-9F10-C1668D5684FF}"/>
              </a:ext>
            </a:extLst>
          </p:cNvPr>
          <p:cNvSpPr>
            <a:spLocks xmlns:a="http://schemas.openxmlformats.org/drawingml/2006/main" noGrp="1"/>
          </p:cNvSpPr>
          <p:nvPr/>
        </p:nvSpPr>
        <p:spPr>
          <a:xfrm xmlns:a="http://schemas.openxmlformats.org/drawingml/2006/main">
            <a:off x="804672" y="4736592"/>
            <a:ext cx="22494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975" b="1">
                <a:solidFill>
                  <a:srgbClr val="64748B"/>
                </a:solidFill>
                <a:latin typeface="Segoe UI"/>
                <a:ea typeface="Segoe UI"/>
                <a:cs typeface="Segoe UI"/>
              </a:defRPr>
            </a:pPr>
            <a:r>
              <a:rPr sz="975" b="1">
                <a:solidFill>
                  <a:srgbClr val="64748B"/>
                </a:solidFill>
                <a:latin typeface="Segoe UI"/>
                <a:ea typeface="Segoe UI"/>
                <a:cs typeface="Segoe UI"/>
              </a:rPr>
              <a:t>Weeks 1–2</a:t>
            </a:r>
            <a:endParaRPr sz="1100"/>
          </a:p>
        </p:txBody>
      </p:sp>
      <p:sp>
        <p:nvSpPr>
          <p:cNvPr id="12" name="Shape 10">
            <a:extLst xmlns:a="http://schemas.openxmlformats.org/drawingml/2006/main">
              <a:ext uri="{FF2B5EF4-FFF2-40B4-BE49-F238E27FC236}">
                <a16:creationId xmlns:a16="http://schemas.microsoft.com/office/drawing/2014/main" id="{AC6933AC-DA25-484F-BCFB-454B7B7A3162}"/>
              </a:ext>
            </a:extLst>
          </p:cNvPr>
          <p:cNvSpPr>
            <a:spLocks xmlns:a="http://schemas.openxmlformats.org/drawingml/2006/main" noGrp="1"/>
          </p:cNvSpPr>
          <p:nvPr/>
        </p:nvSpPr>
        <p:spPr>
          <a:xfrm xmlns:a="http://schemas.openxmlformats.org/drawingml/2006/main">
            <a:off x="3401568" y="1938528"/>
            <a:ext cx="2706624" cy="3246120"/>
          </a:xfrm>
          <a:prstGeom xmlns:a="http://schemas.openxmlformats.org/drawingml/2006/main" prst="roundRect">
            <a:avLst>
              <a:gd name="adj" fmla="val 3041"/>
            </a:avLst>
          </a:prstGeom>
          <a:solidFill xmlns:a="http://schemas.openxmlformats.org/drawingml/2006/main">
            <a:srgbClr val="155DFC"/>
          </a:solidFill>
          <a:ln xmlns:a="http://schemas.openxmlformats.org/drawingml/2006/main" w="9525">
            <a:solidFill>
              <a:srgbClr val="155DFC"/>
            </a:solidFill>
            <a:prstDash val="solid"/>
          </a:ln>
          <a:effectLst xmlns:a="http://schemas.openxmlformats.org/drawingml/2006/main">
            <a:outerShdw blurRad="127000" dist="25400" dir="5400000" algn="bl" rotWithShape="0">
              <a:srgbClr val="9AA7B4">
                <a:alpha val="28000"/>
              </a:srgbClr>
            </a:outerShdw>
          </a:effectLst>
        </p:spPr>
      </p:sp>
      <p:sp>
        <p:nvSpPr>
          <p:cNvPr id="13" name="Shape 11">
            <a:extLst xmlns:a="http://schemas.openxmlformats.org/drawingml/2006/main">
              <a:ext uri="{FF2B5EF4-FFF2-40B4-BE49-F238E27FC236}">
                <a16:creationId xmlns:a16="http://schemas.microsoft.com/office/drawing/2014/main" id="{740470FB-A0CC-41A7-8A68-6DB6BDCEDE7D}"/>
              </a:ext>
            </a:extLst>
          </p:cNvPr>
          <p:cNvSpPr>
            <a:spLocks xmlns:a="http://schemas.openxmlformats.org/drawingml/2006/main" noGrp="1"/>
          </p:cNvSpPr>
          <p:nvPr/>
        </p:nvSpPr>
        <p:spPr>
          <a:xfrm xmlns:a="http://schemas.openxmlformats.org/drawingml/2006/main">
            <a:off x="3621024" y="2157984"/>
            <a:ext cx="420624" cy="420624"/>
          </a:xfrm>
          <a:prstGeom xmlns:a="http://schemas.openxmlformats.org/drawingml/2006/main" prst="ellipse">
            <a:avLst/>
          </a:prstGeom>
          <a:solidFill xmlns:a="http://schemas.openxmlformats.org/drawingml/2006/main">
            <a:srgbClr val="F59E0B"/>
          </a:solidFill>
          <a:ln xmlns:a="http://schemas.openxmlformats.org/drawingml/2006/main" w="0">
            <a:solidFill>
              <a:srgbClr val="F59E0B"/>
            </a:solidFill>
            <a:prstDash val="solid"/>
          </a:ln>
        </p:spPr>
      </p:sp>
      <p:sp>
        <p:nvSpPr>
          <p:cNvPr id="14" name="Text 12">
            <a:extLst xmlns:a="http://schemas.openxmlformats.org/drawingml/2006/main">
              <a:ext uri="{FF2B5EF4-FFF2-40B4-BE49-F238E27FC236}">
                <a16:creationId xmlns:a16="http://schemas.microsoft.com/office/drawing/2014/main" id="{61E2017E-D86D-448C-AC25-E4DA78CFC328}"/>
              </a:ext>
            </a:extLst>
          </p:cNvPr>
          <p:cNvSpPr>
            <a:spLocks xmlns:a="http://schemas.openxmlformats.org/drawingml/2006/main" noGrp="1"/>
          </p:cNvSpPr>
          <p:nvPr/>
        </p:nvSpPr>
        <p:spPr>
          <a:xfrm xmlns:a="http://schemas.openxmlformats.org/drawingml/2006/main">
            <a:off x="3621024" y="2157984"/>
            <a:ext cx="420624"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defRPr sz="1200" b="1">
                <a:solidFill>
                  <a:srgbClr val="FFFFFF"/>
                </a:solidFill>
                <a:latin typeface="Poppins"/>
                <a:ea typeface="Poppins"/>
                <a:cs typeface="Poppins"/>
              </a:defRPr>
            </a:pPr>
            <a:r>
              <a:rPr sz="1200" b="1">
                <a:solidFill>
                  <a:srgbClr val="FFFFFF"/>
                </a:solidFill>
                <a:latin typeface="Poppins"/>
                <a:ea typeface="Poppins"/>
                <a:cs typeface="Poppins"/>
              </a:rPr>
              <a:t>2</a:t>
            </a:r>
            <a:endParaRPr sz="1500"/>
          </a:p>
        </p:txBody>
      </p:sp>
      <p:sp>
        <p:nvSpPr>
          <p:cNvPr id="15" name="Text 13">
            <a:extLst xmlns:a="http://schemas.openxmlformats.org/drawingml/2006/main">
              <a:ext uri="{FF2B5EF4-FFF2-40B4-BE49-F238E27FC236}">
                <a16:creationId xmlns:a16="http://schemas.microsoft.com/office/drawing/2014/main" id="{BCC23185-A75D-418E-942E-D40085795A85}"/>
              </a:ext>
            </a:extLst>
          </p:cNvPr>
          <p:cNvSpPr>
            <a:spLocks xmlns:a="http://schemas.openxmlformats.org/drawingml/2006/main" noGrp="1"/>
          </p:cNvSpPr>
          <p:nvPr/>
        </p:nvSpPr>
        <p:spPr>
          <a:xfrm xmlns:a="http://schemas.openxmlformats.org/drawingml/2006/main">
            <a:off x="4151376" y="2176272"/>
            <a:ext cx="1792224"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975" b="1">
                <a:solidFill>
                  <a:srgbClr val="DBE7FF"/>
                </a:solidFill>
                <a:latin typeface="Poppins"/>
                <a:ea typeface="Poppins"/>
                <a:cs typeface="Poppins"/>
              </a:defRPr>
            </a:pPr>
            <a:r>
              <a:rPr sz="975" b="1">
                <a:solidFill>
                  <a:srgbClr val="DBE7FF"/>
                </a:solidFill>
                <a:latin typeface="Poppins"/>
                <a:ea typeface="Poppins"/>
                <a:cs typeface="Poppins"/>
              </a:rPr>
              <a:t>PHASE 2</a:t>
            </a:r>
            <a:endParaRPr sz="1000"/>
          </a:p>
        </p:txBody>
      </p:sp>
      <p:sp>
        <p:nvSpPr>
          <p:cNvPr id="16" name="Text 14">
            <a:extLst xmlns:a="http://schemas.openxmlformats.org/drawingml/2006/main">
              <a:ext uri="{FF2B5EF4-FFF2-40B4-BE49-F238E27FC236}">
                <a16:creationId xmlns:a16="http://schemas.microsoft.com/office/drawing/2014/main" id="{31AA861F-BDF0-42AE-8A73-34196DC65678}"/>
              </a:ext>
            </a:extLst>
          </p:cNvPr>
          <p:cNvSpPr>
            <a:spLocks xmlns:a="http://schemas.openxmlformats.org/drawingml/2006/main" noGrp="1"/>
          </p:cNvSpPr>
          <p:nvPr/>
        </p:nvSpPr>
        <p:spPr>
          <a:xfrm xmlns:a="http://schemas.openxmlformats.org/drawingml/2006/main">
            <a:off x="4151376" y="2359152"/>
            <a:ext cx="17922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500" b="1">
                <a:solidFill>
                  <a:srgbClr val="FFFFFF"/>
                </a:solidFill>
                <a:latin typeface="Poppins"/>
                <a:ea typeface="Poppins"/>
                <a:cs typeface="Poppins"/>
              </a:defRPr>
            </a:pPr>
            <a:r>
              <a:rPr sz="1500" b="1">
                <a:solidFill>
                  <a:srgbClr val="FFFFFF"/>
                </a:solidFill>
                <a:latin typeface="Poppins"/>
                <a:ea typeface="Poppins"/>
                <a:cs typeface="Poppins"/>
              </a:rPr>
              <a:t>Pilot</a:t>
            </a:r>
            <a:endParaRPr sz="1500"/>
          </a:p>
        </p:txBody>
      </p:sp>
      <p:sp>
        <p:nvSpPr>
          <p:cNvPr id="17" name="Text 15">
            <a:extLst xmlns:a="http://schemas.openxmlformats.org/drawingml/2006/main">
              <a:ext uri="{FF2B5EF4-FFF2-40B4-BE49-F238E27FC236}">
                <a16:creationId xmlns:a16="http://schemas.microsoft.com/office/drawing/2014/main" id="{E039FC17-EDA2-4434-A334-5009D3E9BDED}"/>
              </a:ext>
            </a:extLst>
          </p:cNvPr>
          <p:cNvSpPr>
            <a:spLocks xmlns:a="http://schemas.openxmlformats.org/drawingml/2006/main" noGrp="1"/>
          </p:cNvSpPr>
          <p:nvPr/>
        </p:nvSpPr>
        <p:spPr>
          <a:xfrm xmlns:a="http://schemas.openxmlformats.org/drawingml/2006/main">
            <a:off x="3639312" y="2852928"/>
            <a:ext cx="2249424" cy="1783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342900" indent="-342900">
              <a:lnSpc>
                <a:spcPct val="105000"/>
              </a:lnSpc>
              <a:spcAft>
                <a:spcPts val="600"/>
              </a:spcAft>
              <a:buSzPct val="100000"/>
              <a:buChar char="•"/>
              <a:defRPr sz="1050">
                <a:solidFill>
                  <a:srgbClr val="D5DDEA"/>
                </a:solidFill>
                <a:latin typeface="Segoe UI"/>
                <a:ea typeface="Segoe UI"/>
                <a:cs typeface="Segoe UI"/>
              </a:defRPr>
            </a:pPr>
            <a:r>
              <a:rPr sz="1050">
                <a:solidFill>
                  <a:srgbClr val="D5DDEA"/>
                </a:solidFill>
                <a:latin typeface="Segoe UI"/>
                <a:ea typeface="Segoe UI"/>
                <a:cs typeface="Segoe UI"/>
              </a:rPr>
              <a:t>Go live in the PS Office and Registry</a:t>
            </a:r>
            <a:endParaRPr sz="1050"/>
          </a:p>
          <a:p xmlns:a="http://schemas.openxmlformats.org/drawingml/2006/main">
            <a:pPr marL="342900" indent="-342900">
              <a:lnSpc>
                <a:spcPct val="105000"/>
              </a:lnSpc>
              <a:spcAft>
                <a:spcPts val="600"/>
              </a:spcAft>
              <a:buSzPct val="100000"/>
              <a:buChar char="•"/>
              <a:defRPr sz="1050">
                <a:solidFill>
                  <a:srgbClr val="D5DDEA"/>
                </a:solidFill>
                <a:latin typeface="Segoe UI"/>
                <a:ea typeface="Segoe UI"/>
                <a:cs typeface="Segoe UI"/>
              </a:defRPr>
            </a:pPr>
            <a:r>
              <a:rPr sz="1050">
                <a:solidFill>
                  <a:srgbClr val="D5DDEA"/>
                </a:solidFill>
                <a:latin typeface="Segoe UI"/>
                <a:ea typeface="Segoe UI"/>
                <a:cs typeface="Segoe UI"/>
              </a:rPr>
              <a:t>Finance &amp; Administration joins</a:t>
            </a:r>
            <a:endParaRPr sz="1050"/>
          </a:p>
          <a:p xmlns:a="http://schemas.openxmlformats.org/drawingml/2006/main">
            <a:pPr marL="342900" indent="-342900">
              <a:lnSpc>
                <a:spcPct val="105000"/>
              </a:lnSpc>
              <a:spcAft>
                <a:spcPts val="600"/>
              </a:spcAft>
              <a:buSzPct val="100000"/>
              <a:buChar char="•"/>
              <a:defRPr sz="1050">
                <a:solidFill>
                  <a:srgbClr val="D5DDEA"/>
                </a:solidFill>
                <a:latin typeface="Segoe UI"/>
                <a:ea typeface="Segoe UI"/>
                <a:cs typeface="Segoe UI"/>
              </a:defRPr>
            </a:pPr>
            <a:r>
              <a:rPr sz="1050">
                <a:solidFill>
                  <a:srgbClr val="D5DDEA"/>
                </a:solidFill>
                <a:latin typeface="Segoe UI"/>
                <a:ea typeface="Segoe UI"/>
                <a:cs typeface="Segoe UI"/>
              </a:rPr>
              <a:t>Run live mail through the system</a:t>
            </a:r>
            <a:endParaRPr sz="1050"/>
          </a:p>
          <a:p xmlns:a="http://schemas.openxmlformats.org/drawingml/2006/main">
            <a:pPr marL="342900" indent="-342900">
              <a:lnSpc>
                <a:spcPct val="105000"/>
              </a:lnSpc>
              <a:spcAft>
                <a:spcPts val="600"/>
              </a:spcAft>
              <a:buSzPct val="100000"/>
              <a:buChar char="•"/>
              <a:defRPr sz="1050">
                <a:solidFill>
                  <a:srgbClr val="D5DDEA"/>
                </a:solidFill>
                <a:latin typeface="Segoe UI"/>
                <a:ea typeface="Segoe UI"/>
                <a:cs typeface="Segoe UI"/>
              </a:defRPr>
            </a:pPr>
            <a:r>
              <a:rPr sz="1050">
                <a:solidFill>
                  <a:srgbClr val="D5DDEA"/>
                </a:solidFill>
                <a:latin typeface="Segoe UI"/>
                <a:ea typeface="Segoe UI"/>
                <a:cs typeface="Segoe UI"/>
              </a:rPr>
              <a:t>Fix issues before going wider</a:t>
            </a:r>
            <a:endParaRPr sz="1050"/>
          </a:p>
        </p:txBody>
      </p:sp>
      <p:sp>
        <p:nvSpPr>
          <p:cNvPr id="18" name="Text 16">
            <a:extLst xmlns:a="http://schemas.openxmlformats.org/drawingml/2006/main">
              <a:ext uri="{FF2B5EF4-FFF2-40B4-BE49-F238E27FC236}">
                <a16:creationId xmlns:a16="http://schemas.microsoft.com/office/drawing/2014/main" id="{4C59E413-9A46-4BF5-8346-AB4D6F630E9D}"/>
              </a:ext>
            </a:extLst>
          </p:cNvPr>
          <p:cNvSpPr>
            <a:spLocks xmlns:a="http://schemas.openxmlformats.org/drawingml/2006/main" noGrp="1"/>
          </p:cNvSpPr>
          <p:nvPr/>
        </p:nvSpPr>
        <p:spPr>
          <a:xfrm xmlns:a="http://schemas.openxmlformats.org/drawingml/2006/main">
            <a:off x="3639312" y="4736592"/>
            <a:ext cx="22494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975" b="1">
                <a:solidFill>
                  <a:srgbClr val="DBE7FF"/>
                </a:solidFill>
                <a:latin typeface="Segoe UI"/>
                <a:ea typeface="Segoe UI"/>
                <a:cs typeface="Segoe UI"/>
              </a:defRPr>
            </a:pPr>
            <a:r>
              <a:rPr sz="975" b="1">
                <a:solidFill>
                  <a:srgbClr val="DBE7FF"/>
                </a:solidFill>
                <a:latin typeface="Segoe UI"/>
                <a:ea typeface="Segoe UI"/>
                <a:cs typeface="Segoe UI"/>
              </a:rPr>
              <a:t>Weeks 3–5</a:t>
            </a:r>
            <a:endParaRPr sz="1100"/>
          </a:p>
        </p:txBody>
      </p:sp>
      <p:sp>
        <p:nvSpPr>
          <p:cNvPr id="19" name="Shape 17">
            <a:extLst xmlns:a="http://schemas.openxmlformats.org/drawingml/2006/main">
              <a:ext uri="{FF2B5EF4-FFF2-40B4-BE49-F238E27FC236}">
                <a16:creationId xmlns:a16="http://schemas.microsoft.com/office/drawing/2014/main" id="{F698B717-F95B-4212-96CA-427ECD7FE0C3}"/>
              </a:ext>
            </a:extLst>
          </p:cNvPr>
          <p:cNvSpPr>
            <a:spLocks xmlns:a="http://schemas.openxmlformats.org/drawingml/2006/main" noGrp="1"/>
          </p:cNvSpPr>
          <p:nvPr/>
        </p:nvSpPr>
        <p:spPr>
          <a:xfrm xmlns:a="http://schemas.openxmlformats.org/drawingml/2006/main">
            <a:off x="6236208" y="1938528"/>
            <a:ext cx="2706624" cy="3246120"/>
          </a:xfrm>
          <a:prstGeom xmlns:a="http://schemas.openxmlformats.org/drawingml/2006/main" prst="roundRect">
            <a:avLst>
              <a:gd name="adj" fmla="val 3041"/>
            </a:avLst>
          </a:prstGeom>
          <a:solidFill xmlns:a="http://schemas.openxmlformats.org/drawingml/2006/main">
            <a:srgbClr val="FFFEFB"/>
          </a:solidFill>
          <a:ln xmlns:a="http://schemas.openxmlformats.org/drawingml/2006/main" w="9525">
            <a:solidFill>
              <a:srgbClr val="DBE7FF"/>
            </a:solidFill>
            <a:prstDash val="solid"/>
          </a:ln>
          <a:effectLst xmlns:a="http://schemas.openxmlformats.org/drawingml/2006/main">
            <a:outerShdw blurRad="127000" dist="25400" dir="5400000" algn="bl" rotWithShape="0">
              <a:srgbClr val="9AA7B4">
                <a:alpha val="28000"/>
              </a:srgbClr>
            </a:outerShdw>
          </a:effectLst>
        </p:spPr>
      </p:sp>
      <p:sp>
        <p:nvSpPr>
          <p:cNvPr id="20" name="Shape 18">
            <a:extLst xmlns:a="http://schemas.openxmlformats.org/drawingml/2006/main">
              <a:ext uri="{FF2B5EF4-FFF2-40B4-BE49-F238E27FC236}">
                <a16:creationId xmlns:a16="http://schemas.microsoft.com/office/drawing/2014/main" id="{8EEAD03D-F96F-4E98-8C72-876AA11E1A22}"/>
              </a:ext>
            </a:extLst>
          </p:cNvPr>
          <p:cNvSpPr>
            <a:spLocks xmlns:a="http://schemas.openxmlformats.org/drawingml/2006/main" noGrp="1"/>
          </p:cNvSpPr>
          <p:nvPr/>
        </p:nvSpPr>
        <p:spPr>
          <a:xfrm xmlns:a="http://schemas.openxmlformats.org/drawingml/2006/main">
            <a:off x="6455664" y="2157984"/>
            <a:ext cx="420624" cy="420624"/>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21" name="Text 19">
            <a:extLst xmlns:a="http://schemas.openxmlformats.org/drawingml/2006/main">
              <a:ext uri="{FF2B5EF4-FFF2-40B4-BE49-F238E27FC236}">
                <a16:creationId xmlns:a16="http://schemas.microsoft.com/office/drawing/2014/main" id="{7188FCA1-D46E-43E0-998F-06148CE3C92F}"/>
              </a:ext>
            </a:extLst>
          </p:cNvPr>
          <p:cNvSpPr>
            <a:spLocks xmlns:a="http://schemas.openxmlformats.org/drawingml/2006/main" noGrp="1"/>
          </p:cNvSpPr>
          <p:nvPr/>
        </p:nvSpPr>
        <p:spPr>
          <a:xfrm xmlns:a="http://schemas.openxmlformats.org/drawingml/2006/main">
            <a:off x="6455664" y="2157984"/>
            <a:ext cx="420624"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defRPr sz="1200" b="1">
                <a:solidFill>
                  <a:srgbClr val="FFFFFF"/>
                </a:solidFill>
                <a:latin typeface="Poppins"/>
                <a:ea typeface="Poppins"/>
                <a:cs typeface="Poppins"/>
              </a:defRPr>
            </a:pPr>
            <a:r>
              <a:rPr sz="1200" b="1">
                <a:solidFill>
                  <a:srgbClr val="FFFFFF"/>
                </a:solidFill>
                <a:latin typeface="Poppins"/>
                <a:ea typeface="Poppins"/>
                <a:cs typeface="Poppins"/>
              </a:rPr>
              <a:t>3</a:t>
            </a:r>
            <a:endParaRPr sz="1500"/>
          </a:p>
        </p:txBody>
      </p:sp>
      <p:sp>
        <p:nvSpPr>
          <p:cNvPr id="22" name="Text 20">
            <a:extLst xmlns:a="http://schemas.openxmlformats.org/drawingml/2006/main">
              <a:ext uri="{FF2B5EF4-FFF2-40B4-BE49-F238E27FC236}">
                <a16:creationId xmlns:a16="http://schemas.microsoft.com/office/drawing/2014/main" id="{DDF23665-819A-42CB-86FB-4AEA6395BE4C}"/>
              </a:ext>
            </a:extLst>
          </p:cNvPr>
          <p:cNvSpPr>
            <a:spLocks xmlns:a="http://schemas.openxmlformats.org/drawingml/2006/main" noGrp="1"/>
          </p:cNvSpPr>
          <p:nvPr/>
        </p:nvSpPr>
        <p:spPr>
          <a:xfrm xmlns:a="http://schemas.openxmlformats.org/drawingml/2006/main">
            <a:off x="6986016" y="2176272"/>
            <a:ext cx="1792224"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975" b="1">
                <a:solidFill>
                  <a:srgbClr val="155DFC"/>
                </a:solidFill>
                <a:latin typeface="Poppins"/>
                <a:ea typeface="Poppins"/>
                <a:cs typeface="Poppins"/>
              </a:defRPr>
            </a:pPr>
            <a:r>
              <a:rPr sz="975" b="1">
                <a:solidFill>
                  <a:srgbClr val="155DFC"/>
                </a:solidFill>
                <a:latin typeface="Poppins"/>
                <a:ea typeface="Poppins"/>
                <a:cs typeface="Poppins"/>
              </a:rPr>
              <a:t>PHASE 3</a:t>
            </a:r>
            <a:endParaRPr sz="1000"/>
          </a:p>
        </p:txBody>
      </p:sp>
      <p:sp>
        <p:nvSpPr>
          <p:cNvPr id="23" name="Text 21">
            <a:extLst xmlns:a="http://schemas.openxmlformats.org/drawingml/2006/main">
              <a:ext uri="{FF2B5EF4-FFF2-40B4-BE49-F238E27FC236}">
                <a16:creationId xmlns:a16="http://schemas.microsoft.com/office/drawing/2014/main" id="{683EC943-D9D7-497A-99FD-53D65C5D5C6D}"/>
              </a:ext>
            </a:extLst>
          </p:cNvPr>
          <p:cNvSpPr>
            <a:spLocks xmlns:a="http://schemas.openxmlformats.org/drawingml/2006/main" noGrp="1"/>
          </p:cNvSpPr>
          <p:nvPr/>
        </p:nvSpPr>
        <p:spPr>
          <a:xfrm xmlns:a="http://schemas.openxmlformats.org/drawingml/2006/main">
            <a:off x="6986016" y="2359152"/>
            <a:ext cx="17922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500" b="1">
                <a:solidFill>
                  <a:srgbClr val="1E3A8A"/>
                </a:solidFill>
                <a:latin typeface="Poppins"/>
                <a:ea typeface="Poppins"/>
                <a:cs typeface="Poppins"/>
              </a:defRPr>
            </a:pPr>
            <a:r>
              <a:rPr sz="1500" b="1">
                <a:solidFill>
                  <a:srgbClr val="1E3A8A"/>
                </a:solidFill>
                <a:latin typeface="Poppins"/>
                <a:ea typeface="Poppins"/>
                <a:cs typeface="Poppins"/>
              </a:rPr>
              <a:t>Wave 1</a:t>
            </a:r>
            <a:endParaRPr sz="1500"/>
          </a:p>
        </p:txBody>
      </p:sp>
      <p:sp>
        <p:nvSpPr>
          <p:cNvPr id="24" name="Text 22">
            <a:extLst xmlns:a="http://schemas.openxmlformats.org/drawingml/2006/main">
              <a:ext uri="{FF2B5EF4-FFF2-40B4-BE49-F238E27FC236}">
                <a16:creationId xmlns:a16="http://schemas.microsoft.com/office/drawing/2014/main" id="{F529ED82-BA0B-4989-B48D-6EB7F98EACBD}"/>
              </a:ext>
            </a:extLst>
          </p:cNvPr>
          <p:cNvSpPr>
            <a:spLocks xmlns:a="http://schemas.openxmlformats.org/drawingml/2006/main" noGrp="1"/>
          </p:cNvSpPr>
          <p:nvPr/>
        </p:nvSpPr>
        <p:spPr>
          <a:xfrm xmlns:a="http://schemas.openxmlformats.org/drawingml/2006/main">
            <a:off x="6473952" y="2852928"/>
            <a:ext cx="2249424" cy="1783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342900" indent="-342900">
              <a:lnSpc>
                <a:spcPct val="105000"/>
              </a:lnSpc>
              <a:spcAft>
                <a:spcPts val="600"/>
              </a:spcAft>
              <a:buSzPct val="100000"/>
              <a:buChar char="•"/>
              <a:defRPr sz="1050">
                <a:solidFill>
                  <a:srgbClr val="374151"/>
                </a:solidFill>
                <a:latin typeface="Segoe UI"/>
                <a:ea typeface="Segoe UI"/>
                <a:cs typeface="Segoe UI"/>
              </a:defRPr>
            </a:pPr>
            <a:r>
              <a:rPr sz="1050">
                <a:solidFill>
                  <a:srgbClr val="374151"/>
                </a:solidFill>
                <a:latin typeface="Segoe UI"/>
                <a:ea typeface="Segoe UI"/>
                <a:cs typeface="Segoe UI"/>
              </a:rPr>
              <a:t>Corporate and technical departments</a:t>
            </a:r>
            <a:endParaRPr sz="1050"/>
          </a:p>
          <a:p xmlns:a="http://schemas.openxmlformats.org/drawingml/2006/main">
            <a:pPr marL="342900" indent="-342900">
              <a:lnSpc>
                <a:spcPct val="105000"/>
              </a:lnSpc>
              <a:spcAft>
                <a:spcPts val="600"/>
              </a:spcAft>
              <a:buSzPct val="100000"/>
              <a:buChar char="•"/>
              <a:defRPr sz="1050">
                <a:solidFill>
                  <a:srgbClr val="374151"/>
                </a:solidFill>
                <a:latin typeface="Segoe UI"/>
                <a:ea typeface="Segoe UI"/>
                <a:cs typeface="Segoe UI"/>
              </a:defRPr>
            </a:pPr>
            <a:r>
              <a:rPr sz="1050">
                <a:solidFill>
                  <a:srgbClr val="374151"/>
                </a:solidFill>
                <a:latin typeface="Segoe UI"/>
                <a:ea typeface="Segoe UI"/>
                <a:cs typeface="Segoe UI"/>
              </a:rPr>
              <a:t>Champion-led training per department</a:t>
            </a:r>
            <a:endParaRPr sz="1050"/>
          </a:p>
          <a:p xmlns:a="http://schemas.openxmlformats.org/drawingml/2006/main">
            <a:pPr marL="342900" indent="-342900">
              <a:lnSpc>
                <a:spcPct val="105000"/>
              </a:lnSpc>
              <a:spcAft>
                <a:spcPts val="600"/>
              </a:spcAft>
              <a:buSzPct val="100000"/>
              <a:buChar char="•"/>
              <a:defRPr sz="1050">
                <a:solidFill>
                  <a:srgbClr val="374151"/>
                </a:solidFill>
                <a:latin typeface="Segoe UI"/>
                <a:ea typeface="Segoe UI"/>
                <a:cs typeface="Segoe UI"/>
              </a:defRPr>
            </a:pPr>
            <a:r>
              <a:rPr sz="1050">
                <a:solidFill>
                  <a:srgbClr val="374151"/>
                </a:solidFill>
                <a:latin typeface="Segoe UI"/>
                <a:ea typeface="Segoe UI"/>
                <a:cs typeface="Segoe UI"/>
              </a:rPr>
              <a:t>Two-week hand-holding each</a:t>
            </a:r>
            <a:endParaRPr sz="1050"/>
          </a:p>
          <a:p xmlns:a="http://schemas.openxmlformats.org/drawingml/2006/main">
            <a:pPr marL="342900" indent="-342900">
              <a:lnSpc>
                <a:spcPct val="105000"/>
              </a:lnSpc>
              <a:spcAft>
                <a:spcPts val="600"/>
              </a:spcAft>
              <a:buSzPct val="100000"/>
              <a:buChar char="•"/>
              <a:defRPr sz="1050">
                <a:solidFill>
                  <a:srgbClr val="374151"/>
                </a:solidFill>
                <a:latin typeface="Segoe UI"/>
                <a:ea typeface="Segoe UI"/>
                <a:cs typeface="Segoe UI"/>
              </a:defRPr>
            </a:pPr>
            <a:r>
              <a:rPr sz="1050">
                <a:solidFill>
                  <a:srgbClr val="374151"/>
                </a:solidFill>
                <a:latin typeface="Segoe UI"/>
                <a:ea typeface="Segoe UI"/>
                <a:cs typeface="Segoe UI"/>
              </a:rPr>
              <a:t>Old registers kept in parallel</a:t>
            </a:r>
            <a:endParaRPr sz="1050"/>
          </a:p>
        </p:txBody>
      </p:sp>
      <p:sp>
        <p:nvSpPr>
          <p:cNvPr id="25" name="Text 23">
            <a:extLst xmlns:a="http://schemas.openxmlformats.org/drawingml/2006/main">
              <a:ext uri="{FF2B5EF4-FFF2-40B4-BE49-F238E27FC236}">
                <a16:creationId xmlns:a16="http://schemas.microsoft.com/office/drawing/2014/main" id="{E0145F26-16F0-464B-B584-97F48871BB18}"/>
              </a:ext>
            </a:extLst>
          </p:cNvPr>
          <p:cNvSpPr>
            <a:spLocks xmlns:a="http://schemas.openxmlformats.org/drawingml/2006/main" noGrp="1"/>
          </p:cNvSpPr>
          <p:nvPr/>
        </p:nvSpPr>
        <p:spPr>
          <a:xfrm xmlns:a="http://schemas.openxmlformats.org/drawingml/2006/main">
            <a:off x="6473952" y="4736592"/>
            <a:ext cx="22494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975" b="1">
                <a:solidFill>
                  <a:srgbClr val="64748B"/>
                </a:solidFill>
                <a:latin typeface="Segoe UI"/>
                <a:ea typeface="Segoe UI"/>
                <a:cs typeface="Segoe UI"/>
              </a:defRPr>
            </a:pPr>
            <a:r>
              <a:rPr sz="975" b="1">
                <a:solidFill>
                  <a:srgbClr val="64748B"/>
                </a:solidFill>
                <a:latin typeface="Segoe UI"/>
                <a:ea typeface="Segoe UI"/>
                <a:cs typeface="Segoe UI"/>
              </a:rPr>
              <a:t>Weeks 6–9</a:t>
            </a:r>
            <a:endParaRPr sz="1100"/>
          </a:p>
        </p:txBody>
      </p:sp>
      <p:sp>
        <p:nvSpPr>
          <p:cNvPr id="26" name="Shape 24">
            <a:extLst xmlns:a="http://schemas.openxmlformats.org/drawingml/2006/main">
              <a:ext uri="{FF2B5EF4-FFF2-40B4-BE49-F238E27FC236}">
                <a16:creationId xmlns:a16="http://schemas.microsoft.com/office/drawing/2014/main" id="{3E2E398B-BDF1-445B-AB75-9FD1D66522CD}"/>
              </a:ext>
            </a:extLst>
          </p:cNvPr>
          <p:cNvSpPr>
            <a:spLocks xmlns:a="http://schemas.openxmlformats.org/drawingml/2006/main" noGrp="1"/>
          </p:cNvSpPr>
          <p:nvPr/>
        </p:nvSpPr>
        <p:spPr>
          <a:xfrm xmlns:a="http://schemas.openxmlformats.org/drawingml/2006/main">
            <a:off x="9070848" y="1938528"/>
            <a:ext cx="2706624" cy="3246120"/>
          </a:xfrm>
          <a:prstGeom xmlns:a="http://schemas.openxmlformats.org/drawingml/2006/main" prst="roundRect">
            <a:avLst>
              <a:gd name="adj" fmla="val 3041"/>
            </a:avLst>
          </a:prstGeom>
          <a:solidFill xmlns:a="http://schemas.openxmlformats.org/drawingml/2006/main">
            <a:srgbClr val="FFFEFB"/>
          </a:solidFill>
          <a:ln xmlns:a="http://schemas.openxmlformats.org/drawingml/2006/main" w="9525">
            <a:solidFill>
              <a:srgbClr val="DBE7FF"/>
            </a:solidFill>
            <a:prstDash val="solid"/>
          </a:ln>
          <a:effectLst xmlns:a="http://schemas.openxmlformats.org/drawingml/2006/main">
            <a:outerShdw blurRad="127000" dist="25400" dir="5400000" algn="bl" rotWithShape="0">
              <a:srgbClr val="9AA7B4">
                <a:alpha val="28000"/>
              </a:srgbClr>
            </a:outerShdw>
          </a:effectLst>
        </p:spPr>
      </p:sp>
      <p:sp>
        <p:nvSpPr>
          <p:cNvPr id="27" name="Shape 25">
            <a:extLst xmlns:a="http://schemas.openxmlformats.org/drawingml/2006/main">
              <a:ext uri="{FF2B5EF4-FFF2-40B4-BE49-F238E27FC236}">
                <a16:creationId xmlns:a16="http://schemas.microsoft.com/office/drawing/2014/main" id="{A4E5EDA0-E411-45FA-84C8-DDC87E9175E1}"/>
              </a:ext>
            </a:extLst>
          </p:cNvPr>
          <p:cNvSpPr>
            <a:spLocks xmlns:a="http://schemas.openxmlformats.org/drawingml/2006/main" noGrp="1"/>
          </p:cNvSpPr>
          <p:nvPr/>
        </p:nvSpPr>
        <p:spPr>
          <a:xfrm xmlns:a="http://schemas.openxmlformats.org/drawingml/2006/main">
            <a:off x="9290304" y="2157984"/>
            <a:ext cx="420624" cy="420624"/>
          </a:xfrm>
          <a:prstGeom xmlns:a="http://schemas.openxmlformats.org/drawingml/2006/main" prst="ellipse">
            <a:avLst/>
          </a:prstGeom>
          <a:solidFill xmlns:a="http://schemas.openxmlformats.org/drawingml/2006/main">
            <a:srgbClr val="047857"/>
          </a:solidFill>
          <a:ln xmlns:a="http://schemas.openxmlformats.org/drawingml/2006/main" w="0">
            <a:solidFill>
              <a:srgbClr val="047857"/>
            </a:solidFill>
            <a:prstDash val="solid"/>
          </a:ln>
        </p:spPr>
      </p:sp>
      <p:sp>
        <p:nvSpPr>
          <p:cNvPr id="28" name="Text 26">
            <a:extLst xmlns:a="http://schemas.openxmlformats.org/drawingml/2006/main">
              <a:ext uri="{FF2B5EF4-FFF2-40B4-BE49-F238E27FC236}">
                <a16:creationId xmlns:a16="http://schemas.microsoft.com/office/drawing/2014/main" id="{40319143-6A24-4447-8346-6370FA86E01A}"/>
              </a:ext>
            </a:extLst>
          </p:cNvPr>
          <p:cNvSpPr>
            <a:spLocks xmlns:a="http://schemas.openxmlformats.org/drawingml/2006/main" noGrp="1"/>
          </p:cNvSpPr>
          <p:nvPr/>
        </p:nvSpPr>
        <p:spPr>
          <a:xfrm xmlns:a="http://schemas.openxmlformats.org/drawingml/2006/main">
            <a:off x="9290304" y="2157984"/>
            <a:ext cx="420624"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defRPr sz="1200" b="1">
                <a:solidFill>
                  <a:srgbClr val="FFFFFF"/>
                </a:solidFill>
                <a:latin typeface="Poppins"/>
                <a:ea typeface="Poppins"/>
                <a:cs typeface="Poppins"/>
              </a:defRPr>
            </a:pPr>
            <a:r>
              <a:rPr sz="1200" b="1">
                <a:solidFill>
                  <a:srgbClr val="FFFFFF"/>
                </a:solidFill>
                <a:latin typeface="Poppins"/>
                <a:ea typeface="Poppins"/>
                <a:cs typeface="Poppins"/>
              </a:rPr>
              <a:t>4</a:t>
            </a:r>
            <a:endParaRPr sz="1500"/>
          </a:p>
        </p:txBody>
      </p:sp>
      <p:sp>
        <p:nvSpPr>
          <p:cNvPr id="29" name="Text 27">
            <a:extLst xmlns:a="http://schemas.openxmlformats.org/drawingml/2006/main">
              <a:ext uri="{FF2B5EF4-FFF2-40B4-BE49-F238E27FC236}">
                <a16:creationId xmlns:a16="http://schemas.microsoft.com/office/drawing/2014/main" id="{56500778-9048-4C80-9FFF-5A54132D2A84}"/>
              </a:ext>
            </a:extLst>
          </p:cNvPr>
          <p:cNvSpPr>
            <a:spLocks xmlns:a="http://schemas.openxmlformats.org/drawingml/2006/main" noGrp="1"/>
          </p:cNvSpPr>
          <p:nvPr/>
        </p:nvSpPr>
        <p:spPr>
          <a:xfrm xmlns:a="http://schemas.openxmlformats.org/drawingml/2006/main">
            <a:off x="9820656" y="2176272"/>
            <a:ext cx="1792224"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975" b="1">
                <a:solidFill>
                  <a:srgbClr val="155DFC"/>
                </a:solidFill>
                <a:latin typeface="Poppins"/>
                <a:ea typeface="Poppins"/>
                <a:cs typeface="Poppins"/>
              </a:defRPr>
            </a:pPr>
            <a:r>
              <a:rPr sz="975" b="1">
                <a:solidFill>
                  <a:srgbClr val="155DFC"/>
                </a:solidFill>
                <a:latin typeface="Poppins"/>
                <a:ea typeface="Poppins"/>
                <a:cs typeface="Poppins"/>
              </a:rPr>
              <a:t>PHASE 4</a:t>
            </a:r>
            <a:endParaRPr sz="1000"/>
          </a:p>
        </p:txBody>
      </p:sp>
      <p:sp>
        <p:nvSpPr>
          <p:cNvPr id="30" name="Text 28">
            <a:extLst xmlns:a="http://schemas.openxmlformats.org/drawingml/2006/main">
              <a:ext uri="{FF2B5EF4-FFF2-40B4-BE49-F238E27FC236}">
                <a16:creationId xmlns:a16="http://schemas.microsoft.com/office/drawing/2014/main" id="{ECE660A1-6699-437F-B4A1-959255C60045}"/>
              </a:ext>
            </a:extLst>
          </p:cNvPr>
          <p:cNvSpPr>
            <a:spLocks xmlns:a="http://schemas.openxmlformats.org/drawingml/2006/main" noGrp="1"/>
          </p:cNvSpPr>
          <p:nvPr/>
        </p:nvSpPr>
        <p:spPr>
          <a:xfrm xmlns:a="http://schemas.openxmlformats.org/drawingml/2006/main">
            <a:off x="9820656" y="2359152"/>
            <a:ext cx="17922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500" b="1">
                <a:solidFill>
                  <a:srgbClr val="1E3A8A"/>
                </a:solidFill>
                <a:latin typeface="Poppins"/>
                <a:ea typeface="Poppins"/>
                <a:cs typeface="Poppins"/>
              </a:defRPr>
            </a:pPr>
            <a:r>
              <a:rPr sz="1500" b="1">
                <a:solidFill>
                  <a:srgbClr val="1E3A8A"/>
                </a:solidFill>
                <a:latin typeface="Poppins"/>
                <a:ea typeface="Poppins"/>
                <a:cs typeface="Poppins"/>
              </a:rPr>
              <a:t>Wave 2 &amp; sustain</a:t>
            </a:r>
            <a:endParaRPr sz="1500"/>
          </a:p>
        </p:txBody>
      </p:sp>
      <p:sp>
        <p:nvSpPr>
          <p:cNvPr id="31" name="Text 29">
            <a:extLst xmlns:a="http://schemas.openxmlformats.org/drawingml/2006/main">
              <a:ext uri="{FF2B5EF4-FFF2-40B4-BE49-F238E27FC236}">
                <a16:creationId xmlns:a16="http://schemas.microsoft.com/office/drawing/2014/main" id="{AF74740C-C4FB-494D-8A3E-ED5C86C86CF9}"/>
              </a:ext>
            </a:extLst>
          </p:cNvPr>
          <p:cNvSpPr>
            <a:spLocks xmlns:a="http://schemas.openxmlformats.org/drawingml/2006/main" noGrp="1"/>
          </p:cNvSpPr>
          <p:nvPr/>
        </p:nvSpPr>
        <p:spPr>
          <a:xfrm xmlns:a="http://schemas.openxmlformats.org/drawingml/2006/main">
            <a:off x="9308592" y="2852928"/>
            <a:ext cx="2249424" cy="1783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342900" indent="-342900">
              <a:lnSpc>
                <a:spcPct val="105000"/>
              </a:lnSpc>
              <a:spcAft>
                <a:spcPts val="600"/>
              </a:spcAft>
              <a:buSzPct val="100000"/>
              <a:buChar char="•"/>
              <a:defRPr sz="1050">
                <a:solidFill>
                  <a:srgbClr val="374151"/>
                </a:solidFill>
                <a:latin typeface="Segoe UI"/>
                <a:ea typeface="Segoe UI"/>
                <a:cs typeface="Segoe UI"/>
              </a:defRPr>
            </a:pPr>
            <a:r>
              <a:rPr sz="1050">
                <a:solidFill>
                  <a:srgbClr val="374151"/>
                </a:solidFill>
                <a:latin typeface="Segoe UI"/>
                <a:ea typeface="Segoe UI"/>
                <a:cs typeface="Segoe UI"/>
              </a:rPr>
              <a:t>Remaining departments go live</a:t>
            </a:r>
            <a:endParaRPr sz="1050"/>
          </a:p>
          <a:p xmlns:a="http://schemas.openxmlformats.org/drawingml/2006/main">
            <a:pPr marL="342900" indent="-342900">
              <a:lnSpc>
                <a:spcPct val="105000"/>
              </a:lnSpc>
              <a:spcAft>
                <a:spcPts val="600"/>
              </a:spcAft>
              <a:buSzPct val="100000"/>
              <a:buChar char="•"/>
              <a:defRPr sz="1050">
                <a:solidFill>
                  <a:srgbClr val="374151"/>
                </a:solidFill>
                <a:latin typeface="Segoe UI"/>
                <a:ea typeface="Segoe UI"/>
                <a:cs typeface="Segoe UI"/>
              </a:defRPr>
            </a:pPr>
            <a:r>
              <a:rPr sz="1050">
                <a:solidFill>
                  <a:srgbClr val="374151"/>
                </a:solidFill>
                <a:latin typeface="Segoe UI"/>
                <a:ea typeface="Segoe UI"/>
                <a:cs typeface="Segoe UI"/>
              </a:rPr>
              <a:t>Paper registers retired</a:t>
            </a:r>
            <a:endParaRPr sz="1050"/>
          </a:p>
          <a:p xmlns:a="http://schemas.openxmlformats.org/drawingml/2006/main">
            <a:pPr marL="342900" indent="-342900">
              <a:lnSpc>
                <a:spcPct val="105000"/>
              </a:lnSpc>
              <a:spcAft>
                <a:spcPts val="600"/>
              </a:spcAft>
              <a:buSzPct val="100000"/>
              <a:buChar char="•"/>
              <a:defRPr sz="1050">
                <a:solidFill>
                  <a:srgbClr val="374151"/>
                </a:solidFill>
                <a:latin typeface="Segoe UI"/>
                <a:ea typeface="Segoe UI"/>
                <a:cs typeface="Segoe UI"/>
              </a:defRPr>
            </a:pPr>
            <a:r>
              <a:rPr sz="1050">
                <a:solidFill>
                  <a:srgbClr val="374151"/>
                </a:solidFill>
                <a:latin typeface="Segoe UI"/>
                <a:ea typeface="Segoe UI"/>
                <a:cs typeface="Segoe UI"/>
              </a:rPr>
              <a:t>Monthly performance reports from ATS</a:t>
            </a:r>
            <a:endParaRPr sz="1050"/>
          </a:p>
          <a:p xmlns:a="http://schemas.openxmlformats.org/drawingml/2006/main">
            <a:pPr marL="342900" indent="-342900">
              <a:lnSpc>
                <a:spcPct val="105000"/>
              </a:lnSpc>
              <a:spcAft>
                <a:spcPts val="600"/>
              </a:spcAft>
              <a:buSzPct val="100000"/>
              <a:buChar char="•"/>
              <a:defRPr sz="1050">
                <a:solidFill>
                  <a:srgbClr val="374151"/>
                </a:solidFill>
                <a:latin typeface="Segoe UI"/>
                <a:ea typeface="Segoe UI"/>
                <a:cs typeface="Segoe UI"/>
              </a:defRPr>
            </a:pPr>
            <a:r>
              <a:rPr sz="1050">
                <a:solidFill>
                  <a:srgbClr val="374151"/>
                </a:solidFill>
                <a:latin typeface="Segoe UI"/>
                <a:ea typeface="Segoe UI"/>
                <a:cs typeface="Segoe UI"/>
              </a:rPr>
              <a:t>Refresher clinics and support desk</a:t>
            </a:r>
            <a:endParaRPr sz="1050"/>
          </a:p>
        </p:txBody>
      </p:sp>
      <p:sp>
        <p:nvSpPr>
          <p:cNvPr id="32" name="Text 30">
            <a:extLst xmlns:a="http://schemas.openxmlformats.org/drawingml/2006/main">
              <a:ext uri="{FF2B5EF4-FFF2-40B4-BE49-F238E27FC236}">
                <a16:creationId xmlns:a16="http://schemas.microsoft.com/office/drawing/2014/main" id="{1AE0B23B-F232-4CD5-ABDB-A8D3EE33B9DD}"/>
              </a:ext>
            </a:extLst>
          </p:cNvPr>
          <p:cNvSpPr>
            <a:spLocks xmlns:a="http://schemas.openxmlformats.org/drawingml/2006/main" noGrp="1"/>
          </p:cNvSpPr>
          <p:nvPr/>
        </p:nvSpPr>
        <p:spPr>
          <a:xfrm xmlns:a="http://schemas.openxmlformats.org/drawingml/2006/main">
            <a:off x="9308592" y="4736592"/>
            <a:ext cx="22494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975" b="1">
                <a:solidFill>
                  <a:srgbClr val="64748B"/>
                </a:solidFill>
                <a:latin typeface="Segoe UI"/>
                <a:ea typeface="Segoe UI"/>
                <a:cs typeface="Segoe UI"/>
              </a:defRPr>
            </a:pPr>
            <a:r>
              <a:rPr sz="975" b="1">
                <a:solidFill>
                  <a:srgbClr val="64748B"/>
                </a:solidFill>
                <a:latin typeface="Segoe UI"/>
                <a:ea typeface="Segoe UI"/>
                <a:cs typeface="Segoe UI"/>
              </a:rPr>
              <a:t>Weeks 10–14</a:t>
            </a:r>
            <a:endParaRPr sz="1100"/>
          </a:p>
        </p:txBody>
      </p:sp>
      <p:sp>
        <p:nvSpPr>
          <p:cNvPr id="33" name="Text 31">
            <a:extLst xmlns:a="http://schemas.openxmlformats.org/drawingml/2006/main">
              <a:ext uri="{FF2B5EF4-FFF2-40B4-BE49-F238E27FC236}">
                <a16:creationId xmlns:a16="http://schemas.microsoft.com/office/drawing/2014/main" id="{3DF1E13A-DAFD-4DBC-B6B1-39638A5534D1}"/>
              </a:ext>
            </a:extLst>
          </p:cNvPr>
          <p:cNvSpPr>
            <a:spLocks xmlns:a="http://schemas.openxmlformats.org/drawingml/2006/main" noGrp="1"/>
          </p:cNvSpPr>
          <p:nvPr/>
        </p:nvSpPr>
        <p:spPr>
          <a:xfrm xmlns:a="http://schemas.openxmlformats.org/drawingml/2006/main">
            <a:off x="566928" y="5532120"/>
            <a:ext cx="110642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975" i="1">
                <a:solidFill>
                  <a:srgbClr val="64748B"/>
                </a:solidFill>
                <a:latin typeface="Segoe UI"/>
                <a:ea typeface="Segoe UI"/>
                <a:cs typeface="Segoe UI"/>
              </a:defRPr>
            </a:pPr>
            <a:r>
              <a:rPr sz="975" i="1">
                <a:solidFill>
                  <a:srgbClr val="64748B"/>
                </a:solidFill>
                <a:latin typeface="Segoe UI"/>
                <a:ea typeface="Segoe UI"/>
                <a:cs typeface="Segoe UI"/>
              </a:rPr>
              <a:t>Indicative timing from the agreed start date. No department goes live without a trained champion and a tested account list.</a:t>
            </a:r>
            <a:endParaRPr sz="1200"/>
          </a:p>
        </p:txBody>
      </p:sp>
    </p:spTree>
    <p:extLst>
      <p:ext uri="{BB962C8B-B14F-4D97-AF65-F5344CB8AC3E}">
        <p14:creationId xmlns:p14="http://schemas.microsoft.com/office/powerpoint/2010/main" val="1880569124"/>
      </p:ext>
    </p:extLst>
  </p:cSld>
</p:sld>
</file>

<file path=ppt/slides/slide8.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B629655-E660-4A8C-B0B4-BE0D6ADD1234}"/>
              </a:ext>
            </a:extLst>
          </p:cNvPr>
          <p:cNvSpPr>
            <a:spLocks xmlns:a="http://schemas.openxmlformats.org/drawingml/2006/main" noGrp="1"/>
          </p:cNvSpPr>
          <p:nvPr/>
        </p:nvSpPr>
        <p:spPr>
          <a:xfrm xmlns:a="http://schemas.openxmlformats.org/drawingml/2006/main">
            <a:off x="566928" y="384048"/>
            <a:ext cx="8229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125" b="1">
                <a:solidFill>
                  <a:srgbClr val="155DFC"/>
                </a:solidFill>
                <a:latin typeface="Poppins"/>
                <a:ea typeface="Poppins"/>
                <a:cs typeface="Poppins"/>
              </a:defRPr>
            </a:pPr>
            <a:r>
              <a:rPr sz="1125" b="1">
                <a:solidFill>
                  <a:srgbClr val="155DFC"/>
                </a:solidFill>
                <a:latin typeface="Poppins"/>
                <a:ea typeface="Poppins"/>
                <a:cs typeface="Poppins"/>
              </a:rPr>
              <a:t>ROLL-OUT PLAN</a:t>
            </a:r>
            <a:endParaRPr sz="1200"/>
          </a:p>
        </p:txBody>
      </p:sp>
      <p:sp>
        <p:nvSpPr>
          <p:cNvPr id="3" name="Text 1">
            <a:extLst xmlns:a="http://schemas.openxmlformats.org/drawingml/2006/main">
              <a:ext uri="{FF2B5EF4-FFF2-40B4-BE49-F238E27FC236}">
                <a16:creationId xmlns:a16="http://schemas.microsoft.com/office/drawing/2014/main" id="{EAFF104D-3EE9-479A-9FCF-D0BDDE0F4034}"/>
              </a:ext>
            </a:extLst>
          </p:cNvPr>
          <p:cNvSpPr>
            <a:spLocks xmlns:a="http://schemas.openxmlformats.org/drawingml/2006/main" noGrp="1"/>
          </p:cNvSpPr>
          <p:nvPr/>
        </p:nvSpPr>
        <p:spPr>
          <a:xfrm xmlns:a="http://schemas.openxmlformats.org/drawingml/2006/main">
            <a:off x="566928" y="658368"/>
            <a:ext cx="11055096"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95000"/>
              </a:lnSpc>
              <a:buNone/>
              <a:defRPr sz="3450" b="1">
                <a:solidFill>
                  <a:srgbClr val="1E3A8A"/>
                </a:solidFill>
                <a:latin typeface="Poppins"/>
                <a:ea typeface="Poppins"/>
                <a:cs typeface="Poppins"/>
              </a:defRPr>
            </a:pPr>
            <a:r>
              <a:rPr sz="3450" b="1">
                <a:solidFill>
                  <a:srgbClr val="1E3A8A"/>
                </a:solidFill>
                <a:latin typeface="Poppins"/>
                <a:ea typeface="Poppins"/>
                <a:cs typeface="Poppins"/>
              </a:rPr>
              <a:t>Who takes which departments</a:t>
            </a:r>
            <a:endParaRPr sz="3400"/>
          </a:p>
        </p:txBody>
      </p:sp>
      <p:graphicFrame>
        <p:nvGraphicFramePr>
          <p:cNvPr id="9" name="Table 0"/>
          <p:cNvGraphicFramePr/>
          <p:nvPr/>
        </p:nvGraphicFramePr>
        <p:xfrm>
          <a:off xmlns:a="http://schemas.openxmlformats.org/drawingml/2006/main" x="566928" y="1481328"/>
          <a:ext xmlns:a="http://schemas.openxmlformats.org/drawingml/2006/main" cx="11064240" cy="4411980"/>
        </p:xfrm>
        <a:graphic xmlns:a="http://schemas.openxmlformats.org/drawingml/2006/main">
          <a:graphicData uri="http://schemas.openxmlformats.org/drawingml/2006/table">
            <a:tbl>
              <a:tblPr/>
              <a:tblGrid>
                <a:gridCol w="1737360"/>
                <a:gridCol w="4114800"/>
                <a:gridCol w="1280160"/>
                <a:gridCol w="3931920"/>
              </a:tblGrid>
              <a:tr h="329184">
                <a:tc>
                  <a:txBody>
                    <a:bodyPr/>
                    <a:lstStyle/>
                    <a:p>
                      <a:pPr marL="0" indent="0">
                        <a:buNone/>
                      </a:pPr>
                      <a:r>
                        <a:rPr sz="975" b="1">
                          <a:solidFill>
                            <a:srgbClr val="FFFFFF"/>
                          </a:solidFill>
                          <a:latin typeface="Poppins"/>
                          <a:ea typeface="Poppins"/>
                          <a:cs typeface="Poppins"/>
                        </a:rPr>
                        <a:t>Champion</a:t>
                      </a:r>
                      <a:endParaRPr sz="1200">
                        <a:latin typeface="Calibri"/>
                        <a:ea typeface="Calibri"/>
                        <a:cs typeface="Calibri"/>
                      </a:endParaRPr>
                    </a:p>
                  </a:txBody>
                  <a:tcPr marL="101600" marR="101600" marT="76200" marB="76200" anchor="ctr">
                    <a:lnL w="12700" cmpd="sng">
                      <a:solidFill>
                        <a:srgbClr val="DCE4EE"/>
                      </a:solidFill>
                      <a:prstDash val="solid"/>
                    </a:lnL>
                    <a:lnR w="12700" cmpd="sng">
                      <a:solidFill>
                        <a:srgbClr val="DCE4EE"/>
                      </a:solidFill>
                      <a:prstDash val="solid"/>
                    </a:lnR>
                    <a:lnT w="12700" cmpd="sng">
                      <a:solidFill>
                        <a:srgbClr val="DCE4EE"/>
                      </a:solidFill>
                      <a:prstDash val="solid"/>
                    </a:lnT>
                    <a:lnB w="12700" cmpd="sng">
                      <a:solidFill>
                        <a:srgbClr val="DCE4EE"/>
                      </a:solidFill>
                      <a:prstDash val="solid"/>
                    </a:lnB>
                    <a:solidFill>
                      <a:srgbClr val="155DFC"/>
                    </a:solidFill>
                  </a:tcPr>
                </a:tc>
                <a:tc>
                  <a:txBody>
                    <a:bodyPr/>
                    <a:lstStyle/>
                    <a:p>
                      <a:pPr marL="0" indent="0">
                        <a:buNone/>
                      </a:pPr>
                      <a:r>
                        <a:rPr sz="975" b="1">
                          <a:solidFill>
                            <a:srgbClr val="FFFFFF"/>
                          </a:solidFill>
                          <a:latin typeface="Poppins"/>
                          <a:ea typeface="Poppins"/>
                          <a:cs typeface="Poppins"/>
                        </a:rPr>
                        <a:t>Offices / departments covered</a:t>
                      </a:r>
                      <a:endParaRPr sz="1200">
                        <a:latin typeface="Calibri"/>
                        <a:ea typeface="Calibri"/>
                        <a:cs typeface="Calibri"/>
                      </a:endParaRPr>
                    </a:p>
                  </a:txBody>
                  <a:tcPr marL="101600" marR="101600" marT="76200" marB="76200" anchor="ctr">
                    <a:lnL w="12700" cmpd="sng">
                      <a:solidFill>
                        <a:srgbClr val="DCE4EE"/>
                      </a:solidFill>
                      <a:prstDash val="solid"/>
                    </a:lnL>
                    <a:lnR w="12700" cmpd="sng">
                      <a:solidFill>
                        <a:srgbClr val="DCE4EE"/>
                      </a:solidFill>
                      <a:prstDash val="solid"/>
                    </a:lnR>
                    <a:lnT w="12700" cmpd="sng">
                      <a:solidFill>
                        <a:srgbClr val="DCE4EE"/>
                      </a:solidFill>
                      <a:prstDash val="solid"/>
                    </a:lnT>
                    <a:lnB w="12700" cmpd="sng">
                      <a:solidFill>
                        <a:srgbClr val="DCE4EE"/>
                      </a:solidFill>
                      <a:prstDash val="solid"/>
                    </a:lnB>
                    <a:solidFill>
                      <a:srgbClr val="155DFC"/>
                    </a:solidFill>
                  </a:tcPr>
                </a:tc>
                <a:tc>
                  <a:txBody>
                    <a:bodyPr/>
                    <a:lstStyle/>
                    <a:p>
                      <a:pPr marL="0" indent="0">
                        <a:buNone/>
                      </a:pPr>
                      <a:r>
                        <a:rPr sz="975" b="1">
                          <a:solidFill>
                            <a:srgbClr val="FFFFFF"/>
                          </a:solidFill>
                          <a:latin typeface="Poppins"/>
                          <a:ea typeface="Poppins"/>
                          <a:cs typeface="Poppins"/>
                        </a:rPr>
                        <a:t>Phase</a:t>
                      </a:r>
                      <a:endParaRPr sz="1200">
                        <a:latin typeface="Calibri"/>
                        <a:ea typeface="Calibri"/>
                        <a:cs typeface="Calibri"/>
                      </a:endParaRPr>
                    </a:p>
                  </a:txBody>
                  <a:tcPr marL="101600" marR="101600" marT="76200" marB="76200" anchor="ctr">
                    <a:lnL w="12700" cmpd="sng">
                      <a:solidFill>
                        <a:srgbClr val="DCE4EE"/>
                      </a:solidFill>
                      <a:prstDash val="solid"/>
                    </a:lnL>
                    <a:lnR w="12700" cmpd="sng">
                      <a:solidFill>
                        <a:srgbClr val="DCE4EE"/>
                      </a:solidFill>
                      <a:prstDash val="solid"/>
                    </a:lnR>
                    <a:lnT w="12700" cmpd="sng">
                      <a:solidFill>
                        <a:srgbClr val="DCE4EE"/>
                      </a:solidFill>
                      <a:prstDash val="solid"/>
                    </a:lnT>
                    <a:lnB w="12700" cmpd="sng">
                      <a:solidFill>
                        <a:srgbClr val="DCE4EE"/>
                      </a:solidFill>
                      <a:prstDash val="solid"/>
                    </a:lnB>
                    <a:solidFill>
                      <a:srgbClr val="155DFC"/>
                    </a:solidFill>
                  </a:tcPr>
                </a:tc>
                <a:tc>
                  <a:txBody>
                    <a:bodyPr/>
                    <a:lstStyle/>
                    <a:p>
                      <a:pPr marL="0" indent="0">
                        <a:buNone/>
                      </a:pPr>
                      <a:r>
                        <a:rPr sz="975" b="1">
                          <a:solidFill>
                            <a:srgbClr val="FFFFFF"/>
                          </a:solidFill>
                          <a:latin typeface="Poppins"/>
                          <a:ea typeface="Poppins"/>
                          <a:cs typeface="Poppins"/>
                        </a:rPr>
                        <a:t>Why this cluster</a:t>
                      </a:r>
                      <a:endParaRPr sz="1200">
                        <a:latin typeface="Calibri"/>
                        <a:ea typeface="Calibri"/>
                        <a:cs typeface="Calibri"/>
                      </a:endParaRPr>
                    </a:p>
                  </a:txBody>
                  <a:tcPr marL="101600" marR="101600" marT="76200" marB="76200" anchor="ctr">
                    <a:lnL w="12700" cmpd="sng">
                      <a:solidFill>
                        <a:srgbClr val="DCE4EE"/>
                      </a:solidFill>
                      <a:prstDash val="solid"/>
                    </a:lnL>
                    <a:lnR w="12700" cmpd="sng">
                      <a:solidFill>
                        <a:srgbClr val="DCE4EE"/>
                      </a:solidFill>
                      <a:prstDash val="solid"/>
                    </a:lnR>
                    <a:lnT w="12700" cmpd="sng">
                      <a:solidFill>
                        <a:srgbClr val="DCE4EE"/>
                      </a:solidFill>
                      <a:prstDash val="solid"/>
                    </a:lnT>
                    <a:lnB w="12700" cmpd="sng">
                      <a:solidFill>
                        <a:srgbClr val="DCE4EE"/>
                      </a:solidFill>
                      <a:prstDash val="solid"/>
                    </a:lnB>
                    <a:solidFill>
                      <a:srgbClr val="155DFC"/>
                    </a:solidFill>
                  </a:tcPr>
                </a:tc>
              </a:tr>
              <a:tr h="621792">
                <a:tc>
                  <a:txBody>
                    <a:bodyPr/>
                    <a:lstStyle/>
                    <a:p>
                      <a:pPr marL="0" indent="0">
                        <a:buNone/>
                      </a:pPr>
                      <a:r>
                        <a:rPr sz="938" b="1">
                          <a:solidFill>
                            <a:srgbClr val="1E3A8A"/>
                          </a:solidFill>
                          <a:latin typeface="Poppins"/>
                          <a:ea typeface="Poppins"/>
                          <a:cs typeface="Poppins"/>
                        </a:rPr>
                        <a:t>Okiror Daniel</a:t>
                      </a:r>
                      <a:endParaRPr sz="1050">
                        <a:latin typeface="Calibri"/>
                        <a:ea typeface="Calibri"/>
                        <a:cs typeface="Calibri"/>
                      </a:endParaRPr>
                    </a:p>
                  </a:txBody>
                  <a:tcPr marL="101600" marR="101600" marT="76200" marB="76200" anchor="ctr">
                    <a:lnL w="12700" cmpd="sng">
                      <a:solidFill>
                        <a:srgbClr val="DCE4EE"/>
                      </a:solidFill>
                      <a:prstDash val="solid"/>
                    </a:lnL>
                    <a:lnR w="12700" cmpd="sng">
                      <a:solidFill>
                        <a:srgbClr val="DCE4EE"/>
                      </a:solidFill>
                      <a:prstDash val="solid"/>
                    </a:lnR>
                    <a:lnT w="12700" cmpd="sng">
                      <a:solidFill>
                        <a:srgbClr val="DCE4EE"/>
                      </a:solidFill>
                      <a:prstDash val="solid"/>
                    </a:lnT>
                    <a:lnB w="12700" cmpd="sng">
                      <a:solidFill>
                        <a:srgbClr val="DCE4EE"/>
                      </a:solidFill>
                      <a:prstDash val="solid"/>
                    </a:lnB>
                    <a:solidFill>
                      <a:srgbClr val="FFFEFB"/>
                    </a:solidFill>
                  </a:tcPr>
                </a:tc>
                <a:tc>
                  <a:txBody>
                    <a:bodyPr/>
                    <a:lstStyle/>
                    <a:p>
                      <a:pPr marL="0" indent="0">
                        <a:buNone/>
                      </a:pPr>
                      <a:r>
                        <a:rPr sz="938">
                          <a:solidFill>
                            <a:srgbClr val="374151"/>
                          </a:solidFill>
                          <a:latin typeface="Segoe UI"/>
                          <a:ea typeface="Segoe UI"/>
                          <a:cs typeface="Segoe UI"/>
                        </a:rPr>
                        <a:t>PS Office and Central Registry</a:t>
                      </a:r>
                      <a:endParaRPr sz="1050">
                        <a:latin typeface="Calibri"/>
                        <a:ea typeface="Calibri"/>
                        <a:cs typeface="Calibri"/>
                      </a:endParaRPr>
                    </a:p>
                    <a:p>
                      <a:pPr marL="0" indent="0">
                        <a:buNone/>
                      </a:pPr>
                      <a:r>
                        <a:rPr sz="938">
                          <a:solidFill>
                            <a:srgbClr val="374151"/>
                          </a:solidFill>
                          <a:latin typeface="Segoe UI"/>
                          <a:ea typeface="Segoe UI"/>
                          <a:cs typeface="Segoe UI"/>
                        </a:rPr>
                        <a:t>Department of Finance and Administration</a:t>
                      </a:r>
                    </a:p>
                    <a:p>
                      <a:pPr marL="0" marR="0" lvl="0" indent="0" algn="l" defTabSz="914400">
                        <a:lnSpc>
                          <a:spcPct val="100000"/>
                        </a:lnSpc>
                        <a:spcBef>
                          <a:spcPts val="0"/>
                        </a:spcBef>
                        <a:spcAft>
                          <a:spcPts val="0"/>
                        </a:spcAft>
                        <a:buClrTx/>
                        <a:buSzTx/>
                        <a:buFontTx/>
                        <a:buNone/>
                      </a:pPr>
                      <a:r>
                        <a:rPr sz="938">
                          <a:solidFill>
                            <a:srgbClr val="374151"/>
                          </a:solidFill>
                          <a:latin typeface="Segoe UI"/>
                          <a:ea typeface="Segoe UI"/>
                          <a:cs typeface="Segoe UI"/>
                        </a:rPr>
                        <a:t>Libraries, E-Learning and Information Technology</a:t>
                      </a:r>
                      <a:endParaRPr sz="1050">
                        <a:latin typeface="Calibri"/>
                        <a:ea typeface="Calibri"/>
                        <a:cs typeface="Calibri"/>
                      </a:endParaRPr>
                    </a:p>
                  </a:txBody>
                  <a:tcPr marL="101600" marR="101600" marT="76200" marB="76200" anchor="ctr">
                    <a:lnL w="12700" cmpd="sng">
                      <a:solidFill>
                        <a:srgbClr val="DCE4EE"/>
                      </a:solidFill>
                      <a:prstDash val="solid"/>
                    </a:lnL>
                    <a:lnR w="12700" cmpd="sng">
                      <a:solidFill>
                        <a:srgbClr val="DCE4EE"/>
                      </a:solidFill>
                      <a:prstDash val="solid"/>
                    </a:lnR>
                    <a:lnT w="12700" cmpd="sng">
                      <a:solidFill>
                        <a:srgbClr val="DCE4EE"/>
                      </a:solidFill>
                      <a:prstDash val="solid"/>
                    </a:lnT>
                    <a:lnB w="12700" cmpd="sng">
                      <a:solidFill>
                        <a:srgbClr val="DCE4EE"/>
                      </a:solidFill>
                      <a:prstDash val="solid"/>
                    </a:lnB>
                    <a:solidFill>
                      <a:srgbClr val="FFFEFB"/>
                    </a:solidFill>
                  </a:tcPr>
                </a:tc>
                <a:tc>
                  <a:txBody>
                    <a:bodyPr/>
                    <a:lstStyle/>
                    <a:p>
                      <a:pPr marL="0" indent="0">
                        <a:buNone/>
                      </a:pPr>
                      <a:r>
                        <a:rPr sz="938" b="1">
                          <a:solidFill>
                            <a:srgbClr val="155DFC"/>
                          </a:solidFill>
                          <a:latin typeface="Segoe UI"/>
                          <a:ea typeface="Segoe UI"/>
                          <a:cs typeface="Segoe UI"/>
                        </a:rPr>
                        <a:t>Phase 2 — Pilot</a:t>
                      </a:r>
                      <a:endParaRPr sz="1050">
                        <a:latin typeface="Calibri"/>
                        <a:ea typeface="Calibri"/>
                        <a:cs typeface="Calibri"/>
                      </a:endParaRPr>
                    </a:p>
                  </a:txBody>
                  <a:tcPr marL="101600" marR="101600" marT="76200" marB="76200" anchor="ctr">
                    <a:lnL w="12700" cmpd="sng">
                      <a:solidFill>
                        <a:srgbClr val="DCE4EE"/>
                      </a:solidFill>
                      <a:prstDash val="solid"/>
                    </a:lnL>
                    <a:lnR w="12700" cmpd="sng">
                      <a:solidFill>
                        <a:srgbClr val="DCE4EE"/>
                      </a:solidFill>
                      <a:prstDash val="solid"/>
                    </a:lnR>
                    <a:lnT w="12700" cmpd="sng">
                      <a:solidFill>
                        <a:srgbClr val="DCE4EE"/>
                      </a:solidFill>
                      <a:prstDash val="solid"/>
                    </a:lnT>
                    <a:lnB w="12700" cmpd="sng">
                      <a:solidFill>
                        <a:srgbClr val="DCE4EE"/>
                      </a:solidFill>
                      <a:prstDash val="solid"/>
                    </a:lnB>
                    <a:solidFill>
                      <a:srgbClr val="FFFEFB"/>
                    </a:solidFill>
                  </a:tcPr>
                </a:tc>
                <a:tc>
                  <a:txBody>
                    <a:bodyPr/>
                    <a:lstStyle/>
                    <a:p>
                      <a:pPr marL="0" indent="0">
                        <a:buNone/>
                      </a:pPr>
                      <a:r>
                        <a:rPr sz="938">
                          <a:solidFill>
                            <a:srgbClr val="374151"/>
                          </a:solidFill>
                          <a:latin typeface="Segoe UI"/>
                          <a:ea typeface="Segoe UI"/>
                          <a:cs typeface="Segoe UI"/>
                        </a:rPr>
                        <a:t>Overall system lead; runs the pilot and sets the standard the other champions copy.</a:t>
                      </a:r>
                      <a:endParaRPr sz="1050">
                        <a:latin typeface="Calibri"/>
                        <a:ea typeface="Calibri"/>
                        <a:cs typeface="Calibri"/>
                      </a:endParaRPr>
                    </a:p>
                  </a:txBody>
                  <a:tcPr marL="101600" marR="101600" marT="76200" marB="76200" anchor="ctr">
                    <a:lnL w="12700" cmpd="sng">
                      <a:solidFill>
                        <a:srgbClr val="DCE4EE"/>
                      </a:solidFill>
                      <a:prstDash val="solid"/>
                    </a:lnL>
                    <a:lnR w="12700" cmpd="sng">
                      <a:solidFill>
                        <a:srgbClr val="DCE4EE"/>
                      </a:solidFill>
                      <a:prstDash val="solid"/>
                    </a:lnR>
                    <a:lnT w="12700" cmpd="sng">
                      <a:solidFill>
                        <a:srgbClr val="DCE4EE"/>
                      </a:solidFill>
                      <a:prstDash val="solid"/>
                    </a:lnT>
                    <a:lnB w="12700" cmpd="sng">
                      <a:solidFill>
                        <a:srgbClr val="DCE4EE"/>
                      </a:solidFill>
                      <a:prstDash val="solid"/>
                    </a:lnB>
                    <a:solidFill>
                      <a:srgbClr val="FFFEFB"/>
                    </a:solidFill>
                  </a:tcPr>
                </a:tc>
              </a:tr>
              <a:tr h="786384">
                <a:tc>
                  <a:txBody>
                    <a:bodyPr/>
                    <a:lstStyle/>
                    <a:p>
                      <a:pPr marL="0" indent="0">
                        <a:buNone/>
                      </a:pPr>
                      <a:r>
                        <a:rPr sz="938" b="1">
                          <a:solidFill>
                            <a:srgbClr val="1E3A8A"/>
                          </a:solidFill>
                          <a:latin typeface="Poppins"/>
                          <a:ea typeface="Poppins"/>
                          <a:cs typeface="Poppins"/>
                        </a:rPr>
                        <a:t>Esaete Susan</a:t>
                      </a:r>
                      <a:endParaRPr sz="1050">
                        <a:latin typeface="Calibri"/>
                        <a:ea typeface="Calibri"/>
                        <a:cs typeface="Calibri"/>
                      </a:endParaRPr>
                    </a:p>
                  </a:txBody>
                  <a:tcPr marL="101600" marR="101600" marT="76200" marB="76200" anchor="ctr">
                    <a:lnL w="12700" cmpd="sng">
                      <a:solidFill>
                        <a:srgbClr val="DCE4EE"/>
                      </a:solidFill>
                      <a:prstDash val="solid"/>
                    </a:lnL>
                    <a:lnR w="12700" cmpd="sng">
                      <a:solidFill>
                        <a:srgbClr val="DCE4EE"/>
                      </a:solidFill>
                      <a:prstDash val="solid"/>
                    </a:lnR>
                    <a:lnT w="12700" cmpd="sng">
                      <a:solidFill>
                        <a:srgbClr val="DCE4EE"/>
                      </a:solidFill>
                      <a:prstDash val="solid"/>
                    </a:lnT>
                    <a:lnB w="12700" cmpd="sng">
                      <a:solidFill>
                        <a:srgbClr val="DCE4EE"/>
                      </a:solidFill>
                      <a:prstDash val="solid"/>
                    </a:lnB>
                    <a:solidFill>
                      <a:srgbClr val="EEF4FF"/>
                    </a:solidFill>
                  </a:tcPr>
                </a:tc>
                <a:tc>
                  <a:txBody>
                    <a:bodyPr/>
                    <a:lstStyle/>
                    <a:p>
                      <a:pPr marL="0" indent="0">
                        <a:buNone/>
                      </a:pPr>
                      <a:r>
                        <a:rPr sz="938">
                          <a:solidFill>
                            <a:srgbClr val="374151"/>
                          </a:solidFill>
                          <a:latin typeface="Segoe UI"/>
                          <a:ea typeface="Segoe UI"/>
                          <a:cs typeface="Segoe UI"/>
                        </a:rPr>
                        <a:t>Human Resource Management</a:t>
                      </a:r>
                      <a:endParaRPr sz="1050">
                        <a:latin typeface="Calibri"/>
                        <a:ea typeface="Calibri"/>
                        <a:cs typeface="Calibri"/>
                      </a:endParaRPr>
                    </a:p>
                    <a:p>
                      <a:pPr marL="0" indent="0">
                        <a:buNone/>
                      </a:pPr>
                      <a:r>
                        <a:rPr sz="938">
                          <a:solidFill>
                            <a:srgbClr val="374151"/>
                          </a:solidFill>
                          <a:latin typeface="Segoe UI"/>
                          <a:ea typeface="Segoe UI"/>
                          <a:cs typeface="Segoe UI"/>
                        </a:rPr>
                        <a:t>Education Planning and Budgeting</a:t>
                      </a:r>
                      <a:endParaRPr sz="1050">
                        <a:latin typeface="Calibri"/>
                        <a:ea typeface="Calibri"/>
                        <a:cs typeface="Calibri"/>
                      </a:endParaRPr>
                    </a:p>
                    <a:p>
                      <a:pPr marL="0" indent="0">
                        <a:buNone/>
                      </a:pPr>
                      <a:r>
                        <a:rPr sz="938">
                          <a:solidFill>
                            <a:srgbClr val="374151"/>
                          </a:solidFill>
                          <a:latin typeface="Segoe UI"/>
                          <a:ea typeface="Segoe UI"/>
                          <a:cs typeface="Segoe UI"/>
                        </a:rPr>
                        <a:t>Education Policy Analysis and Research</a:t>
                      </a:r>
                      <a:endParaRPr sz="1050">
                        <a:latin typeface="Calibri"/>
                        <a:ea typeface="Calibri"/>
                        <a:cs typeface="Calibri"/>
                      </a:endParaRPr>
                    </a:p>
                  </a:txBody>
                  <a:tcPr marL="101600" marR="101600" marT="76200" marB="76200" anchor="ctr">
                    <a:lnL w="12700" cmpd="sng">
                      <a:solidFill>
                        <a:srgbClr val="DCE4EE"/>
                      </a:solidFill>
                      <a:prstDash val="solid"/>
                    </a:lnL>
                    <a:lnR w="12700" cmpd="sng">
                      <a:solidFill>
                        <a:srgbClr val="DCE4EE"/>
                      </a:solidFill>
                      <a:prstDash val="solid"/>
                    </a:lnR>
                    <a:lnT w="12700" cmpd="sng">
                      <a:solidFill>
                        <a:srgbClr val="DCE4EE"/>
                      </a:solidFill>
                      <a:prstDash val="solid"/>
                    </a:lnT>
                    <a:lnB w="12700" cmpd="sng">
                      <a:solidFill>
                        <a:srgbClr val="DCE4EE"/>
                      </a:solidFill>
                      <a:prstDash val="solid"/>
                    </a:lnB>
                    <a:solidFill>
                      <a:srgbClr val="EEF4FF"/>
                    </a:solidFill>
                  </a:tcPr>
                </a:tc>
                <a:tc>
                  <a:txBody>
                    <a:bodyPr/>
                    <a:lstStyle/>
                    <a:p>
                      <a:pPr marL="0" indent="0">
                        <a:buNone/>
                      </a:pPr>
                      <a:r>
                        <a:rPr sz="938" b="1">
                          <a:solidFill>
                            <a:srgbClr val="155DFC"/>
                          </a:solidFill>
                          <a:latin typeface="Segoe UI"/>
                          <a:ea typeface="Segoe UI"/>
                          <a:cs typeface="Segoe UI"/>
                        </a:rPr>
                        <a:t>Phase 3 — Wave 1</a:t>
                      </a:r>
                      <a:endParaRPr sz="1050">
                        <a:latin typeface="Calibri"/>
                        <a:ea typeface="Calibri"/>
                        <a:cs typeface="Calibri"/>
                      </a:endParaRPr>
                    </a:p>
                  </a:txBody>
                  <a:tcPr marL="101600" marR="101600" marT="76200" marB="76200" anchor="ctr">
                    <a:lnL w="12700" cmpd="sng">
                      <a:solidFill>
                        <a:srgbClr val="DCE4EE"/>
                      </a:solidFill>
                      <a:prstDash val="solid"/>
                    </a:lnL>
                    <a:lnR w="12700" cmpd="sng">
                      <a:solidFill>
                        <a:srgbClr val="DCE4EE"/>
                      </a:solidFill>
                      <a:prstDash val="solid"/>
                    </a:lnR>
                    <a:lnT w="12700" cmpd="sng">
                      <a:solidFill>
                        <a:srgbClr val="DCE4EE"/>
                      </a:solidFill>
                      <a:prstDash val="solid"/>
                    </a:lnT>
                    <a:lnB w="12700" cmpd="sng">
                      <a:solidFill>
                        <a:srgbClr val="DCE4EE"/>
                      </a:solidFill>
                      <a:prstDash val="solid"/>
                    </a:lnB>
                    <a:solidFill>
                      <a:srgbClr val="EEF4FF"/>
                    </a:solidFill>
                  </a:tcPr>
                </a:tc>
                <a:tc>
                  <a:txBody>
                    <a:bodyPr/>
                    <a:lstStyle/>
                    <a:p>
                      <a:pPr marL="0" indent="0">
                        <a:buNone/>
                      </a:pPr>
                      <a:r>
                        <a:rPr sz="938">
                          <a:solidFill>
                            <a:srgbClr val="374151"/>
                          </a:solidFill>
                          <a:latin typeface="Segoe UI"/>
                          <a:ea typeface="Segoe UI"/>
                          <a:cs typeface="Segoe UI"/>
                        </a:rPr>
                        <a:t>Corporate cluster — high letter volume and strong reporting needs.</a:t>
                      </a:r>
                      <a:endParaRPr sz="1050">
                        <a:latin typeface="Calibri"/>
                        <a:ea typeface="Calibri"/>
                        <a:cs typeface="Calibri"/>
                      </a:endParaRPr>
                    </a:p>
                  </a:txBody>
                  <a:tcPr marL="101600" marR="101600" marT="76200" marB="76200" anchor="ctr">
                    <a:lnL w="12700" cmpd="sng">
                      <a:solidFill>
                        <a:srgbClr val="DCE4EE"/>
                      </a:solidFill>
                      <a:prstDash val="solid"/>
                    </a:lnL>
                    <a:lnR w="12700" cmpd="sng">
                      <a:solidFill>
                        <a:srgbClr val="DCE4EE"/>
                      </a:solidFill>
                      <a:prstDash val="solid"/>
                    </a:lnR>
                    <a:lnT w="12700" cmpd="sng">
                      <a:solidFill>
                        <a:srgbClr val="DCE4EE"/>
                      </a:solidFill>
                      <a:prstDash val="solid"/>
                    </a:lnT>
                    <a:lnB w="12700" cmpd="sng">
                      <a:solidFill>
                        <a:srgbClr val="DCE4EE"/>
                      </a:solidFill>
                      <a:prstDash val="solid"/>
                    </a:lnB>
                    <a:solidFill>
                      <a:srgbClr val="EEF4FF"/>
                    </a:solidFill>
                  </a:tcPr>
                </a:tc>
              </a:tr>
              <a:tr h="786384">
                <a:tc>
                  <a:txBody>
                    <a:bodyPr/>
                    <a:lstStyle/>
                    <a:p>
                      <a:pPr marL="0" indent="0">
                        <a:buNone/>
                      </a:pPr>
                      <a:r>
                        <a:rPr sz="938" b="1">
                          <a:solidFill>
                            <a:srgbClr val="1E3A8A"/>
                          </a:solidFill>
                          <a:latin typeface="Poppins"/>
                          <a:ea typeface="Poppins"/>
                          <a:cs typeface="Poppins"/>
                        </a:rPr>
                        <a:t>Musa Kirabira</a:t>
                      </a:r>
                      <a:endParaRPr sz="1050">
                        <a:latin typeface="Calibri"/>
                        <a:ea typeface="Calibri"/>
                        <a:cs typeface="Calibri"/>
                      </a:endParaRPr>
                    </a:p>
                  </a:txBody>
                  <a:tcPr marL="101600" marR="101600" marT="76200" marB="76200" anchor="ctr">
                    <a:lnL w="12700" cmpd="sng">
                      <a:solidFill>
                        <a:srgbClr val="DCE4EE"/>
                      </a:solidFill>
                      <a:prstDash val="solid"/>
                    </a:lnL>
                    <a:lnR w="12700" cmpd="sng">
                      <a:solidFill>
                        <a:srgbClr val="DCE4EE"/>
                      </a:solidFill>
                      <a:prstDash val="solid"/>
                    </a:lnR>
                    <a:lnT w="12700" cmpd="sng">
                      <a:solidFill>
                        <a:srgbClr val="DCE4EE"/>
                      </a:solidFill>
                      <a:prstDash val="solid"/>
                    </a:lnT>
                    <a:lnB w="12700" cmpd="sng">
                      <a:solidFill>
                        <a:srgbClr val="DCE4EE"/>
                      </a:solidFill>
                      <a:prstDash val="solid"/>
                    </a:lnB>
                    <a:solidFill>
                      <a:srgbClr val="FFFEFB"/>
                    </a:solidFill>
                  </a:tcPr>
                </a:tc>
                <a:tc>
                  <a:txBody>
                    <a:bodyPr/>
                    <a:lstStyle/>
                    <a:p>
                      <a:pPr marL="0" indent="0">
                        <a:buNone/>
                      </a:pPr>
                      <a:r>
                        <a:rPr sz="938">
                          <a:solidFill>
                            <a:srgbClr val="374151"/>
                          </a:solidFill>
                          <a:latin typeface="Segoe UI"/>
                          <a:ea typeface="Segoe UI"/>
                          <a:cs typeface="Segoe UI"/>
                        </a:rPr>
                        <a:t>Education Technical Support Services</a:t>
                      </a:r>
                      <a:endParaRPr sz="1050">
                        <a:latin typeface="Calibri"/>
                        <a:ea typeface="Calibri"/>
                        <a:cs typeface="Calibri"/>
                      </a:endParaRPr>
                    </a:p>
                    <a:p>
                      <a:pPr marL="0" indent="0">
                        <a:buNone/>
                      </a:pPr>
                      <a:r>
                        <a:rPr sz="938">
                          <a:solidFill>
                            <a:srgbClr val="374151"/>
                          </a:solidFill>
                          <a:latin typeface="Segoe UI"/>
                          <a:ea typeface="Segoe UI"/>
                          <a:cs typeface="Segoe UI"/>
                        </a:rPr>
                        <a:t>Standards and Procedures</a:t>
                      </a:r>
                    </a:p>
                    <a:p>
                      <a:pPr marL="0" marR="0" lvl="0" indent="0" algn="l" defTabSz="914400">
                        <a:lnSpc>
                          <a:spcPct val="100000"/>
                        </a:lnSpc>
                        <a:spcBef>
                          <a:spcPts val="0"/>
                        </a:spcBef>
                        <a:spcAft>
                          <a:spcPts val="0"/>
                        </a:spcAft>
                        <a:buClrTx/>
                        <a:buSzTx/>
                        <a:buFontTx/>
                        <a:buNone/>
                      </a:pPr>
                      <a:r>
                        <a:rPr sz="938">
                          <a:solidFill>
                            <a:srgbClr val="374151"/>
                          </a:solidFill>
                          <a:latin typeface="Segoe UI"/>
                          <a:ea typeface="Segoe UI"/>
                          <a:cs typeface="Segoe UI"/>
                        </a:rPr>
                        <a:t>Pre-Primary and Primary Education</a:t>
                      </a:r>
                      <a:endParaRPr sz="1050">
                        <a:latin typeface="Calibri"/>
                        <a:ea typeface="Calibri"/>
                        <a:cs typeface="Calibri"/>
                      </a:endParaRPr>
                    </a:p>
                    <a:p>
                      <a:pPr marL="0" indent="0">
                        <a:buNone/>
                      </a:pPr>
                      <a:endParaRPr sz="1050">
                        <a:latin typeface="Calibri"/>
                        <a:ea typeface="Calibri"/>
                        <a:cs typeface="Calibri"/>
                      </a:endParaRPr>
                    </a:p>
                  </a:txBody>
                  <a:tcPr marL="101600" marR="101600" marT="76200" marB="76200" anchor="ctr">
                    <a:lnL w="12700" cmpd="sng">
                      <a:solidFill>
                        <a:srgbClr val="DCE4EE"/>
                      </a:solidFill>
                      <a:prstDash val="solid"/>
                    </a:lnL>
                    <a:lnR w="12700" cmpd="sng">
                      <a:solidFill>
                        <a:srgbClr val="DCE4EE"/>
                      </a:solidFill>
                      <a:prstDash val="solid"/>
                    </a:lnR>
                    <a:lnT w="12700" cmpd="sng">
                      <a:solidFill>
                        <a:srgbClr val="DCE4EE"/>
                      </a:solidFill>
                      <a:prstDash val="solid"/>
                    </a:lnT>
                    <a:lnB w="12700" cmpd="sng">
                      <a:solidFill>
                        <a:srgbClr val="DCE4EE"/>
                      </a:solidFill>
                      <a:prstDash val="solid"/>
                    </a:lnB>
                    <a:solidFill>
                      <a:srgbClr val="FFFEFB"/>
                    </a:solidFill>
                  </a:tcPr>
                </a:tc>
                <a:tc>
                  <a:txBody>
                    <a:bodyPr/>
                    <a:lstStyle/>
                    <a:p>
                      <a:pPr marL="0" indent="0">
                        <a:buNone/>
                      </a:pPr>
                      <a:r>
                        <a:rPr sz="938" b="1">
                          <a:solidFill>
                            <a:srgbClr val="155DFC"/>
                          </a:solidFill>
                          <a:latin typeface="Segoe UI"/>
                          <a:ea typeface="Segoe UI"/>
                          <a:cs typeface="Segoe UI"/>
                        </a:rPr>
                        <a:t>Phase 3 — Wave 1</a:t>
                      </a:r>
                      <a:endParaRPr sz="1050">
                        <a:latin typeface="Calibri"/>
                        <a:ea typeface="Calibri"/>
                        <a:cs typeface="Calibri"/>
                      </a:endParaRPr>
                    </a:p>
                  </a:txBody>
                  <a:tcPr marL="101600" marR="101600" marT="76200" marB="76200" anchor="ctr">
                    <a:lnL w="12700" cmpd="sng">
                      <a:solidFill>
                        <a:srgbClr val="DCE4EE"/>
                      </a:solidFill>
                      <a:prstDash val="solid"/>
                    </a:lnL>
                    <a:lnR w="12700" cmpd="sng">
                      <a:solidFill>
                        <a:srgbClr val="DCE4EE"/>
                      </a:solidFill>
                      <a:prstDash val="solid"/>
                    </a:lnR>
                    <a:lnT w="12700" cmpd="sng">
                      <a:solidFill>
                        <a:srgbClr val="DCE4EE"/>
                      </a:solidFill>
                      <a:prstDash val="solid"/>
                    </a:lnT>
                    <a:lnB w="12700" cmpd="sng">
                      <a:solidFill>
                        <a:srgbClr val="DCE4EE"/>
                      </a:solidFill>
                      <a:prstDash val="solid"/>
                    </a:lnB>
                    <a:solidFill>
                      <a:srgbClr val="FFFEFB"/>
                    </a:solidFill>
                  </a:tcPr>
                </a:tc>
                <a:tc>
                  <a:txBody>
                    <a:bodyPr/>
                    <a:lstStyle/>
                    <a:p>
                      <a:pPr marL="0" indent="0">
                        <a:buNone/>
                      </a:pPr>
                      <a:r>
                        <a:rPr sz="938">
                          <a:solidFill>
                            <a:srgbClr val="374151"/>
                          </a:solidFill>
                          <a:latin typeface="Segoe UI"/>
                          <a:ea typeface="Segoe UI"/>
                          <a:cs typeface="Segoe UI"/>
                        </a:rPr>
                        <a:t>Technical cluster — also the first-line technical support for all champions.</a:t>
                      </a:r>
                      <a:endParaRPr sz="1050">
                        <a:latin typeface="Calibri"/>
                        <a:ea typeface="Calibri"/>
                        <a:cs typeface="Calibri"/>
                      </a:endParaRPr>
                    </a:p>
                  </a:txBody>
                  <a:tcPr marL="101600" marR="101600" marT="76200" marB="76200" anchor="ctr">
                    <a:lnL w="12700" cmpd="sng">
                      <a:solidFill>
                        <a:srgbClr val="DCE4EE"/>
                      </a:solidFill>
                      <a:prstDash val="solid"/>
                    </a:lnL>
                    <a:lnR w="12700" cmpd="sng">
                      <a:solidFill>
                        <a:srgbClr val="DCE4EE"/>
                      </a:solidFill>
                      <a:prstDash val="solid"/>
                    </a:lnR>
                    <a:lnT w="12700" cmpd="sng">
                      <a:solidFill>
                        <a:srgbClr val="DCE4EE"/>
                      </a:solidFill>
                      <a:prstDash val="solid"/>
                    </a:lnT>
                    <a:lnB w="12700" cmpd="sng">
                      <a:solidFill>
                        <a:srgbClr val="DCE4EE"/>
                      </a:solidFill>
                      <a:prstDash val="solid"/>
                    </a:lnB>
                    <a:solidFill>
                      <a:srgbClr val="FFFEFB"/>
                    </a:solidFill>
                  </a:tcPr>
                </a:tc>
              </a:tr>
              <a:tr h="932688">
                <a:tc>
                  <a:txBody>
                    <a:bodyPr/>
                    <a:lstStyle/>
                    <a:p>
                      <a:pPr marL="0" indent="0">
                        <a:buNone/>
                      </a:pPr>
                      <a:r>
                        <a:rPr sz="938" b="1">
                          <a:solidFill>
                            <a:srgbClr val="1E3A8A"/>
                          </a:solidFill>
                          <a:latin typeface="Poppins"/>
                          <a:ea typeface="Poppins"/>
                          <a:cs typeface="Poppins"/>
                        </a:rPr>
                        <a:t>Joel Ainomugisha</a:t>
                      </a:r>
                      <a:endParaRPr sz="1050">
                        <a:latin typeface="Calibri"/>
                        <a:ea typeface="Calibri"/>
                        <a:cs typeface="Calibri"/>
                      </a:endParaRPr>
                    </a:p>
                  </a:txBody>
                  <a:tcPr marL="101600" marR="101600" marT="76200" marB="76200" anchor="ctr">
                    <a:lnL w="12700" cmpd="sng">
                      <a:solidFill>
                        <a:srgbClr val="DCE4EE"/>
                      </a:solidFill>
                      <a:prstDash val="solid"/>
                    </a:lnL>
                    <a:lnR w="12700" cmpd="sng">
                      <a:solidFill>
                        <a:srgbClr val="DCE4EE"/>
                      </a:solidFill>
                      <a:prstDash val="solid"/>
                    </a:lnR>
                    <a:lnT w="12700" cmpd="sng">
                      <a:solidFill>
                        <a:srgbClr val="DCE4EE"/>
                      </a:solidFill>
                      <a:prstDash val="solid"/>
                    </a:lnT>
                    <a:lnB w="12700" cmpd="sng">
                      <a:solidFill>
                        <a:srgbClr val="DCE4EE"/>
                      </a:solidFill>
                      <a:prstDash val="solid"/>
                    </a:lnB>
                    <a:solidFill>
                      <a:srgbClr val="EEF4FF"/>
                    </a:solidFill>
                  </a:tcPr>
                </a:tc>
                <a:tc>
                  <a:txBody>
                    <a:bodyPr/>
                    <a:lstStyle/>
                    <a:p>
                      <a:pPr marL="0" indent="0">
                        <a:buNone/>
                      </a:pPr>
                      <a:r>
                        <a:rPr sz="938">
                          <a:solidFill>
                            <a:srgbClr val="374151"/>
                          </a:solidFill>
                          <a:latin typeface="Segoe UI"/>
                          <a:ea typeface="Segoe UI"/>
                          <a:cs typeface="Segoe UI"/>
                        </a:rPr>
                        <a:t>Secondary Education</a:t>
                      </a:r>
                      <a:endParaRPr sz="1050">
                        <a:latin typeface="Calibri"/>
                        <a:ea typeface="Calibri"/>
                        <a:cs typeface="Calibri"/>
                      </a:endParaRPr>
                    </a:p>
                    <a:p>
                      <a:pPr marL="0" indent="0">
                        <a:buNone/>
                      </a:pPr>
                      <a:r>
                        <a:rPr sz="938">
                          <a:solidFill>
                            <a:srgbClr val="374151"/>
                          </a:solidFill>
                          <a:latin typeface="Segoe UI"/>
                          <a:ea typeface="Segoe UI"/>
                          <a:cs typeface="Segoe UI"/>
                        </a:rPr>
                        <a:t>Inspection and Compliance</a:t>
                      </a:r>
                      <a:endParaRPr sz="1050">
                        <a:latin typeface="Calibri"/>
                        <a:ea typeface="Calibri"/>
                        <a:cs typeface="Calibri"/>
                      </a:endParaRPr>
                    </a:p>
                    <a:p>
                      <a:pPr marL="0" indent="0">
                        <a:buNone/>
                      </a:pPr>
                      <a:r>
                        <a:rPr sz="938">
                          <a:solidFill>
                            <a:srgbClr val="374151"/>
                          </a:solidFill>
                          <a:latin typeface="Segoe UI"/>
                          <a:ea typeface="Segoe UI"/>
                          <a:cs typeface="Segoe UI"/>
                        </a:rPr>
                        <a:t>Physical Education and Sports</a:t>
                      </a:r>
                      <a:endParaRPr sz="1050">
                        <a:latin typeface="Calibri"/>
                        <a:ea typeface="Calibri"/>
                        <a:cs typeface="Calibri"/>
                      </a:endParaRPr>
                    </a:p>
                  </a:txBody>
                  <a:tcPr marL="101600" marR="101600" marT="76200" marB="76200" anchor="ctr">
                    <a:lnL w="12700" cmpd="sng">
                      <a:solidFill>
                        <a:srgbClr val="DCE4EE"/>
                      </a:solidFill>
                      <a:prstDash val="solid"/>
                    </a:lnL>
                    <a:lnR w="12700" cmpd="sng">
                      <a:solidFill>
                        <a:srgbClr val="DCE4EE"/>
                      </a:solidFill>
                      <a:prstDash val="solid"/>
                    </a:lnR>
                    <a:lnT w="12700" cmpd="sng">
                      <a:solidFill>
                        <a:srgbClr val="DCE4EE"/>
                      </a:solidFill>
                      <a:prstDash val="solid"/>
                    </a:lnT>
                    <a:lnB w="12700" cmpd="sng">
                      <a:solidFill>
                        <a:srgbClr val="DCE4EE"/>
                      </a:solidFill>
                      <a:prstDash val="solid"/>
                    </a:lnB>
                    <a:solidFill>
                      <a:srgbClr val="EEF4FF"/>
                    </a:solidFill>
                  </a:tcPr>
                </a:tc>
                <a:tc>
                  <a:txBody>
                    <a:bodyPr/>
                    <a:lstStyle/>
                    <a:p>
                      <a:pPr marL="0" indent="0">
                        <a:buNone/>
                      </a:pPr>
                      <a:r>
                        <a:rPr sz="938" b="1">
                          <a:solidFill>
                            <a:srgbClr val="155DFC"/>
                          </a:solidFill>
                          <a:latin typeface="Segoe UI"/>
                          <a:ea typeface="Segoe UI"/>
                          <a:cs typeface="Segoe UI"/>
                        </a:rPr>
                        <a:t>Phase 4 — Wave 2</a:t>
                      </a:r>
                      <a:endParaRPr sz="1050">
                        <a:latin typeface="Calibri"/>
                        <a:ea typeface="Calibri"/>
                        <a:cs typeface="Calibri"/>
                      </a:endParaRPr>
                    </a:p>
                  </a:txBody>
                  <a:tcPr marL="101600" marR="101600" marT="76200" marB="76200" anchor="ctr">
                    <a:lnL w="12700" cmpd="sng">
                      <a:solidFill>
                        <a:srgbClr val="DCE4EE"/>
                      </a:solidFill>
                      <a:prstDash val="solid"/>
                    </a:lnL>
                    <a:lnR w="12700" cmpd="sng">
                      <a:solidFill>
                        <a:srgbClr val="DCE4EE"/>
                      </a:solidFill>
                      <a:prstDash val="solid"/>
                    </a:lnR>
                    <a:lnT w="12700" cmpd="sng">
                      <a:solidFill>
                        <a:srgbClr val="DCE4EE"/>
                      </a:solidFill>
                      <a:prstDash val="solid"/>
                    </a:lnT>
                    <a:lnB w="12700" cmpd="sng">
                      <a:solidFill>
                        <a:srgbClr val="DCE4EE"/>
                      </a:solidFill>
                      <a:prstDash val="solid"/>
                    </a:lnB>
                    <a:solidFill>
                      <a:srgbClr val="EEF4FF"/>
                    </a:solidFill>
                  </a:tcPr>
                </a:tc>
                <a:tc>
                  <a:txBody>
                    <a:bodyPr/>
                    <a:lstStyle/>
                    <a:p>
                      <a:pPr marL="0" indent="0">
                        <a:buNone/>
                      </a:pPr>
                      <a:r>
                        <a:rPr sz="938">
                          <a:solidFill>
                            <a:srgbClr val="374151"/>
                          </a:solidFill>
                          <a:latin typeface="Segoe UI"/>
                          <a:ea typeface="Segoe UI"/>
                          <a:cs typeface="Segoe UI"/>
                        </a:rPr>
                        <a:t>Basic education and inspection cluster — heavy field correspondence.</a:t>
                      </a:r>
                      <a:endParaRPr sz="1050">
                        <a:latin typeface="Calibri"/>
                        <a:ea typeface="Calibri"/>
                        <a:cs typeface="Calibri"/>
                      </a:endParaRPr>
                    </a:p>
                  </a:txBody>
                  <a:tcPr marL="101600" marR="101600" marT="76200" marB="76200" anchor="ctr">
                    <a:lnL w="12700" cmpd="sng">
                      <a:solidFill>
                        <a:srgbClr val="DCE4EE"/>
                      </a:solidFill>
                      <a:prstDash val="solid"/>
                    </a:lnL>
                    <a:lnR w="12700" cmpd="sng">
                      <a:solidFill>
                        <a:srgbClr val="DCE4EE"/>
                      </a:solidFill>
                      <a:prstDash val="solid"/>
                    </a:lnR>
                    <a:lnT w="12700" cmpd="sng">
                      <a:solidFill>
                        <a:srgbClr val="DCE4EE"/>
                      </a:solidFill>
                      <a:prstDash val="solid"/>
                    </a:lnT>
                    <a:lnB w="12700" cmpd="sng">
                      <a:solidFill>
                        <a:srgbClr val="DCE4EE"/>
                      </a:solidFill>
                      <a:prstDash val="solid"/>
                    </a:lnB>
                    <a:solidFill>
                      <a:srgbClr val="EEF4FF"/>
                    </a:solidFill>
                  </a:tcPr>
                </a:tc>
              </a:tr>
              <a:tr h="932688">
                <a:tc>
                  <a:txBody>
                    <a:bodyPr/>
                    <a:lstStyle/>
                    <a:p>
                      <a:pPr marL="0" indent="0">
                        <a:buNone/>
                      </a:pPr>
                      <a:r>
                        <a:rPr sz="938" b="1">
                          <a:solidFill>
                            <a:srgbClr val="1E3A8A"/>
                          </a:solidFill>
                          <a:latin typeface="Poppins"/>
                          <a:ea typeface="Poppins"/>
                          <a:cs typeface="Poppins"/>
                        </a:rPr>
                        <a:t>Ritah</a:t>
                      </a:r>
                      <a:endParaRPr sz="1050">
                        <a:latin typeface="Calibri"/>
                        <a:ea typeface="Calibri"/>
                        <a:cs typeface="Calibri"/>
                      </a:endParaRPr>
                    </a:p>
                  </a:txBody>
                  <a:tcPr marL="101600" marR="101600" marT="76200" marB="76200" anchor="ctr">
                    <a:lnL w="12700" cmpd="sng">
                      <a:solidFill>
                        <a:srgbClr val="DCE4EE"/>
                      </a:solidFill>
                      <a:prstDash val="solid"/>
                    </a:lnL>
                    <a:lnR w="12700" cmpd="sng">
                      <a:solidFill>
                        <a:srgbClr val="DCE4EE"/>
                      </a:solidFill>
                      <a:prstDash val="solid"/>
                    </a:lnR>
                    <a:lnT w="12700" cmpd="sng">
                      <a:solidFill>
                        <a:srgbClr val="DCE4EE"/>
                      </a:solidFill>
                      <a:prstDash val="solid"/>
                    </a:lnT>
                    <a:lnB w="12700" cmpd="sng">
                      <a:solidFill>
                        <a:srgbClr val="DCE4EE"/>
                      </a:solidFill>
                      <a:prstDash val="solid"/>
                    </a:lnB>
                    <a:solidFill>
                      <a:srgbClr val="FFFEFB"/>
                    </a:solidFill>
                  </a:tcPr>
                </a:tc>
                <a:tc>
                  <a:txBody>
                    <a:bodyPr/>
                    <a:lstStyle/>
                    <a:p>
                      <a:pPr marL="0" indent="0">
                        <a:buNone/>
                      </a:pPr>
                      <a:r>
                        <a:rPr sz="938">
                          <a:solidFill>
                            <a:srgbClr val="374151"/>
                          </a:solidFill>
                          <a:latin typeface="Segoe UI"/>
                          <a:ea typeface="Segoe UI"/>
                          <a:cs typeface="Segoe UI"/>
                        </a:rPr>
                        <a:t>Higher Education</a:t>
                      </a:r>
                      <a:endParaRPr sz="1050">
                        <a:latin typeface="Calibri"/>
                        <a:ea typeface="Calibri"/>
                        <a:cs typeface="Calibri"/>
                      </a:endParaRPr>
                    </a:p>
                    <a:p>
                      <a:pPr marL="0" indent="0">
                        <a:buNone/>
                      </a:pPr>
                      <a:r>
                        <a:rPr sz="938">
                          <a:solidFill>
                            <a:srgbClr val="374151"/>
                          </a:solidFill>
                          <a:latin typeface="Segoe UI"/>
                          <a:ea typeface="Segoe UI"/>
                          <a:cs typeface="Segoe UI"/>
                        </a:rPr>
                        <a:t>Higher Education Students Financing</a:t>
                      </a:r>
                      <a:endParaRPr sz="1050">
                        <a:latin typeface="Calibri"/>
                        <a:ea typeface="Calibri"/>
                        <a:cs typeface="Calibri"/>
                      </a:endParaRPr>
                    </a:p>
                    <a:p>
                      <a:pPr marL="0" indent="0">
                        <a:buNone/>
                      </a:pPr>
                      <a:r>
                        <a:rPr sz="938">
                          <a:solidFill>
                            <a:srgbClr val="374151"/>
                          </a:solidFill>
                          <a:latin typeface="Segoe UI"/>
                          <a:ea typeface="Segoe UI"/>
                          <a:cs typeface="Segoe UI"/>
                        </a:rPr>
                        <a:t>TVET Operations and Management</a:t>
                      </a:r>
                      <a:endParaRPr sz="1050">
                        <a:latin typeface="Calibri"/>
                        <a:ea typeface="Calibri"/>
                        <a:cs typeface="Calibri"/>
                      </a:endParaRPr>
                    </a:p>
                    <a:p>
                      <a:pPr marL="0" indent="0">
                        <a:buNone/>
                      </a:pPr>
                      <a:r>
                        <a:rPr sz="938">
                          <a:solidFill>
                            <a:srgbClr val="374151"/>
                          </a:solidFill>
                          <a:latin typeface="Segoe UI"/>
                          <a:ea typeface="Segoe UI"/>
                          <a:cs typeface="Segoe UI"/>
                        </a:rPr>
                        <a:t>Health Education and Training</a:t>
                      </a:r>
                      <a:endParaRPr sz="1050">
                        <a:latin typeface="Calibri"/>
                        <a:ea typeface="Calibri"/>
                        <a:cs typeface="Calibri"/>
                      </a:endParaRPr>
                    </a:p>
                  </a:txBody>
                  <a:tcPr marL="101600" marR="101600" marT="76200" marB="76200" anchor="ctr">
                    <a:lnL w="12700" cmpd="sng">
                      <a:solidFill>
                        <a:srgbClr val="DCE4EE"/>
                      </a:solidFill>
                      <a:prstDash val="solid"/>
                    </a:lnL>
                    <a:lnR w="12700" cmpd="sng">
                      <a:solidFill>
                        <a:srgbClr val="DCE4EE"/>
                      </a:solidFill>
                      <a:prstDash val="solid"/>
                    </a:lnR>
                    <a:lnT w="12700" cmpd="sng">
                      <a:solidFill>
                        <a:srgbClr val="DCE4EE"/>
                      </a:solidFill>
                      <a:prstDash val="solid"/>
                    </a:lnT>
                    <a:lnB w="12700" cmpd="sng">
                      <a:solidFill>
                        <a:srgbClr val="DCE4EE"/>
                      </a:solidFill>
                      <a:prstDash val="solid"/>
                    </a:lnB>
                    <a:solidFill>
                      <a:srgbClr val="FFFEFB"/>
                    </a:solidFill>
                  </a:tcPr>
                </a:tc>
                <a:tc>
                  <a:txBody>
                    <a:bodyPr/>
                    <a:lstStyle/>
                    <a:p>
                      <a:pPr marL="0" indent="0">
                        <a:buNone/>
                      </a:pPr>
                      <a:r>
                        <a:rPr sz="938" b="1">
                          <a:solidFill>
                            <a:srgbClr val="155DFC"/>
                          </a:solidFill>
                          <a:latin typeface="Segoe UI"/>
                          <a:ea typeface="Segoe UI"/>
                          <a:cs typeface="Segoe UI"/>
                        </a:rPr>
                        <a:t>Phase 4 — Wave 2</a:t>
                      </a:r>
                      <a:endParaRPr sz="1050">
                        <a:latin typeface="Calibri"/>
                        <a:ea typeface="Calibri"/>
                        <a:cs typeface="Calibri"/>
                      </a:endParaRPr>
                    </a:p>
                  </a:txBody>
                  <a:tcPr marL="101600" marR="101600" marT="76200" marB="76200" anchor="ctr">
                    <a:lnL w="12700" cmpd="sng">
                      <a:solidFill>
                        <a:srgbClr val="DCE4EE"/>
                      </a:solidFill>
                      <a:prstDash val="solid"/>
                    </a:lnL>
                    <a:lnR w="12700" cmpd="sng">
                      <a:solidFill>
                        <a:srgbClr val="DCE4EE"/>
                      </a:solidFill>
                      <a:prstDash val="solid"/>
                    </a:lnR>
                    <a:lnT w="12700" cmpd="sng">
                      <a:solidFill>
                        <a:srgbClr val="DCE4EE"/>
                      </a:solidFill>
                      <a:prstDash val="solid"/>
                    </a:lnT>
                    <a:lnB w="12700" cmpd="sng">
                      <a:solidFill>
                        <a:srgbClr val="DCE4EE"/>
                      </a:solidFill>
                      <a:prstDash val="solid"/>
                    </a:lnB>
                    <a:solidFill>
                      <a:srgbClr val="FFFEFB"/>
                    </a:solidFill>
                  </a:tcPr>
                </a:tc>
                <a:tc>
                  <a:txBody>
                    <a:bodyPr/>
                    <a:lstStyle/>
                    <a:p>
                      <a:pPr marL="0" indent="0">
                        <a:buNone/>
                      </a:pPr>
                      <a:r>
                        <a:rPr sz="938">
                          <a:solidFill>
                            <a:srgbClr val="374151"/>
                          </a:solidFill>
                          <a:latin typeface="Segoe UI"/>
                          <a:ea typeface="Segoe UI"/>
                          <a:cs typeface="Segoe UI"/>
                        </a:rPr>
                        <a:t>Post-secondary cluster — many external institutions writing in.</a:t>
                      </a:r>
                      <a:endParaRPr sz="1050">
                        <a:latin typeface="Calibri"/>
                        <a:ea typeface="Calibri"/>
                        <a:cs typeface="Calibri"/>
                      </a:endParaRPr>
                    </a:p>
                  </a:txBody>
                  <a:tcPr marL="101600" marR="101600" marT="76200" marB="76200" anchor="ctr">
                    <a:lnL w="12700" cmpd="sng">
                      <a:solidFill>
                        <a:srgbClr val="DCE4EE"/>
                      </a:solidFill>
                      <a:prstDash val="solid"/>
                    </a:lnL>
                    <a:lnR w="12700" cmpd="sng">
                      <a:solidFill>
                        <a:srgbClr val="DCE4EE"/>
                      </a:solidFill>
                      <a:prstDash val="solid"/>
                    </a:lnR>
                    <a:lnT w="12700" cmpd="sng">
                      <a:solidFill>
                        <a:srgbClr val="DCE4EE"/>
                      </a:solidFill>
                      <a:prstDash val="solid"/>
                    </a:lnT>
                    <a:lnB w="12700" cmpd="sng">
                      <a:solidFill>
                        <a:srgbClr val="DCE4EE"/>
                      </a:solidFill>
                      <a:prstDash val="solid"/>
                    </a:lnB>
                    <a:solidFill>
                      <a:srgbClr val="FFFEFB"/>
                    </a:solidFill>
                  </a:tcPr>
                </a:tc>
              </a:tr>
            </a:tbl>
          </a:graphicData>
        </a:graphic>
      </p:graphicFrame>
      <p:sp>
        <p:nvSpPr>
          <p:cNvPr id="5" name="Text 2">
            <a:extLst xmlns:a="http://schemas.openxmlformats.org/drawingml/2006/main">
              <a:ext uri="{FF2B5EF4-FFF2-40B4-BE49-F238E27FC236}">
                <a16:creationId xmlns:a16="http://schemas.microsoft.com/office/drawing/2014/main" id="{55A28E42-6AFE-4238-BD71-B31D88E7F118}"/>
              </a:ext>
            </a:extLst>
          </p:cNvPr>
          <p:cNvSpPr>
            <a:spLocks xmlns:a="http://schemas.openxmlformats.org/drawingml/2006/main" noGrp="1"/>
          </p:cNvSpPr>
          <p:nvPr/>
        </p:nvSpPr>
        <p:spPr>
          <a:xfrm xmlns:a="http://schemas.openxmlformats.org/drawingml/2006/main">
            <a:off x="566928" y="6053328"/>
            <a:ext cx="110642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975" i="1">
                <a:solidFill>
                  <a:srgbClr val="64748B"/>
                </a:solidFill>
                <a:latin typeface="Segoe UI"/>
                <a:ea typeface="Segoe UI"/>
                <a:cs typeface="Segoe UI"/>
              </a:defRPr>
            </a:pPr>
            <a:r>
              <a:rPr sz="975" i="1">
                <a:solidFill>
                  <a:srgbClr val="64748B"/>
                </a:solidFill>
                <a:latin typeface="Segoe UI"/>
                <a:ea typeface="Segoe UI"/>
                <a:cs typeface="Segoe UI"/>
              </a:rPr>
              <a:t>16 offices in total: the PS Office plus all 15 departments. Champions may co-opt a departmental secretary as a local super-user.</a:t>
            </a:r>
            <a:endParaRPr sz="1200"/>
          </a:p>
        </p:txBody>
      </p:sp>
    </p:spTree>
    <p:extLst>
      <p:ext uri="{BB962C8B-B14F-4D97-AF65-F5344CB8AC3E}">
        <p14:creationId xmlns:p14="http://schemas.microsoft.com/office/powerpoint/2010/main" val="802245118"/>
      </p:ext>
    </p:extLst>
  </p:cSld>
</p:sld>
</file>

<file path=ppt/slides/slide9.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A43F9EC-B41A-4AEB-B4D0-6FF7AD3F086D}"/>
              </a:ext>
            </a:extLst>
          </p:cNvPr>
          <p:cNvSpPr>
            <a:spLocks xmlns:a="http://schemas.openxmlformats.org/drawingml/2006/main" noGrp="1"/>
          </p:cNvSpPr>
          <p:nvPr/>
        </p:nvSpPr>
        <p:spPr>
          <a:xfrm xmlns:a="http://schemas.openxmlformats.org/drawingml/2006/main">
            <a:off x="566928" y="384048"/>
            <a:ext cx="8229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defRPr sz="1125" b="1">
                <a:solidFill>
                  <a:srgbClr val="4C86FF"/>
                </a:solidFill>
                <a:latin typeface="Poppins"/>
                <a:ea typeface="Poppins"/>
                <a:cs typeface="Poppins"/>
              </a:defRPr>
            </a:pPr>
            <a:r>
              <a:rPr sz="1125" b="1">
                <a:solidFill>
                  <a:srgbClr val="4C86FF"/>
                </a:solidFill>
                <a:latin typeface="Poppins"/>
                <a:ea typeface="Poppins"/>
                <a:cs typeface="Poppins"/>
              </a:rPr>
              <a:t>ROLL-OUT PLAN</a:t>
            </a:r>
            <a:endParaRPr sz="1200"/>
          </a:p>
        </p:txBody>
      </p:sp>
      <p:sp>
        <p:nvSpPr>
          <p:cNvPr id="3" name="Text 1">
            <a:extLst xmlns:a="http://schemas.openxmlformats.org/drawingml/2006/main">
              <a:ext uri="{FF2B5EF4-FFF2-40B4-BE49-F238E27FC236}">
                <a16:creationId xmlns:a16="http://schemas.microsoft.com/office/drawing/2014/main" id="{C230809A-A919-4FB3-8A82-5F7D2A70CB74}"/>
              </a:ext>
            </a:extLst>
          </p:cNvPr>
          <p:cNvSpPr>
            <a:spLocks xmlns:a="http://schemas.openxmlformats.org/drawingml/2006/main" noGrp="1"/>
          </p:cNvSpPr>
          <p:nvPr/>
        </p:nvSpPr>
        <p:spPr>
          <a:xfrm xmlns:a="http://schemas.openxmlformats.org/drawingml/2006/main">
            <a:off x="566928" y="658368"/>
            <a:ext cx="11055096"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95000"/>
              </a:lnSpc>
              <a:buNone/>
              <a:defRPr sz="3225" b="1">
                <a:solidFill>
                  <a:srgbClr val="FFFFFF"/>
                </a:solidFill>
                <a:latin typeface="Poppins"/>
                <a:ea typeface="Poppins"/>
                <a:cs typeface="Poppins"/>
              </a:defRPr>
            </a:pPr>
            <a:r>
              <a:rPr sz="3225" b="1">
                <a:solidFill>
                  <a:srgbClr val="FFFFFF"/>
                </a:solidFill>
                <a:latin typeface="Poppins"/>
                <a:ea typeface="Poppins"/>
                <a:cs typeface="Poppins"/>
              </a:rPr>
              <a:t>What each champion does — and what we need now</a:t>
            </a:r>
            <a:endParaRPr sz="3400"/>
          </a:p>
        </p:txBody>
      </p:sp>
      <p:sp>
        <p:nvSpPr>
          <p:cNvPr id="4" name="Shape 2">
            <a:extLst xmlns:a="http://schemas.openxmlformats.org/drawingml/2006/main">
              <a:ext uri="{FF2B5EF4-FFF2-40B4-BE49-F238E27FC236}">
                <a16:creationId xmlns:a16="http://schemas.microsoft.com/office/drawing/2014/main" id="{8514AEF4-6A67-4CC2-8BA7-80E28142C267}"/>
              </a:ext>
            </a:extLst>
          </p:cNvPr>
          <p:cNvSpPr>
            <a:spLocks xmlns:a="http://schemas.openxmlformats.org/drawingml/2006/main" noGrp="1"/>
          </p:cNvSpPr>
          <p:nvPr/>
        </p:nvSpPr>
        <p:spPr>
          <a:xfrm xmlns:a="http://schemas.openxmlformats.org/drawingml/2006/main">
            <a:off x="566928" y="1572768"/>
            <a:ext cx="3529584" cy="1298448"/>
          </a:xfrm>
          <a:prstGeom xmlns:a="http://schemas.openxmlformats.org/drawingml/2006/main" prst="roundRect">
            <a:avLst>
              <a:gd name="adj" fmla="val 6338"/>
            </a:avLst>
          </a:prstGeom>
          <a:solidFill xmlns:a="http://schemas.openxmlformats.org/drawingml/2006/main">
            <a:srgbClr val="172033"/>
          </a:solidFill>
          <a:ln xmlns:a="http://schemas.openxmlformats.org/drawingml/2006/main" w="9525">
            <a:solidFill>
              <a:srgbClr val="334155"/>
            </a:solidFill>
            <a:prstDash val="solid"/>
          </a:ln>
        </p:spPr>
      </p:sp>
      <p:sp>
        <p:nvSpPr>
          <p:cNvPr id="5" name="Shape 3">
            <a:extLst xmlns:a="http://schemas.openxmlformats.org/drawingml/2006/main">
              <a:ext uri="{FF2B5EF4-FFF2-40B4-BE49-F238E27FC236}">
                <a16:creationId xmlns:a16="http://schemas.microsoft.com/office/drawing/2014/main" id="{F366736C-5B55-4CFD-9D6F-D8E0FB74A40E}"/>
              </a:ext>
            </a:extLst>
          </p:cNvPr>
          <p:cNvSpPr>
            <a:spLocks xmlns:a="http://schemas.openxmlformats.org/drawingml/2006/main" noGrp="1"/>
          </p:cNvSpPr>
          <p:nvPr/>
        </p:nvSpPr>
        <p:spPr>
          <a:xfrm xmlns:a="http://schemas.openxmlformats.org/drawingml/2006/main">
            <a:off x="786384" y="1773936"/>
            <a:ext cx="365760" cy="365760"/>
          </a:xfrm>
          <a:prstGeom xmlns:a="http://schemas.openxmlformats.org/drawingml/2006/main" prst="ellipse">
            <a:avLst/>
          </a:prstGeom>
          <a:solidFill xmlns:a="http://schemas.openxmlformats.org/drawingml/2006/main">
            <a:srgbClr val="155DFC"/>
          </a:solidFill>
          <a:ln xmlns:a="http://schemas.openxmlformats.org/drawingml/2006/main" w="0">
            <a:solidFill>
              <a:srgbClr val="155DFC"/>
            </a:solidFill>
            <a:prstDash val="solid"/>
          </a:ln>
        </p:spPr>
      </p:sp>
      <p:sp>
        <p:nvSpPr>
          <p:cNvPr id="6" name="Text 4">
            <a:extLst xmlns:a="http://schemas.openxmlformats.org/drawingml/2006/main">
              <a:ext uri="{FF2B5EF4-FFF2-40B4-BE49-F238E27FC236}">
                <a16:creationId xmlns:a16="http://schemas.microsoft.com/office/drawing/2014/main" id="{099686A3-A6D0-4A8E-A270-5713027E76E2}"/>
              </a:ext>
            </a:extLst>
          </p:cNvPr>
          <p:cNvSpPr>
            <a:spLocks xmlns:a="http://schemas.openxmlformats.org/drawingml/2006/main" noGrp="1"/>
          </p:cNvSpPr>
          <p:nvPr/>
        </p:nvSpPr>
        <p:spPr>
          <a:xfrm xmlns:a="http://schemas.openxmlformats.org/drawingml/2006/main">
            <a:off x="786384" y="1773936"/>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defRPr sz="1200" b="1">
                <a:solidFill>
                  <a:srgbClr val="FFFFFF"/>
                </a:solidFill>
                <a:latin typeface="Poppins"/>
                <a:ea typeface="Poppins"/>
                <a:cs typeface="Poppins"/>
              </a:defRPr>
            </a:pPr>
            <a:r>
              <a:rPr sz="1200" b="1">
                <a:solidFill>
                  <a:srgbClr val="FFFFFF"/>
                </a:solidFill>
                <a:latin typeface="Poppins"/>
                <a:ea typeface="Poppins"/>
                <a:cs typeface="Poppins"/>
              </a:rPr>
              <a:t>1</a:t>
            </a:r>
            <a:endParaRPr sz="1500"/>
          </a:p>
        </p:txBody>
      </p:sp>
      <p:sp>
        <p:nvSpPr>
          <p:cNvPr id="7" name="Text 5">
            <a:extLst xmlns:a="http://schemas.openxmlformats.org/drawingml/2006/main">
              <a:ext uri="{FF2B5EF4-FFF2-40B4-BE49-F238E27FC236}">
                <a16:creationId xmlns:a16="http://schemas.microsoft.com/office/drawing/2014/main" id="{EBF9D4D6-8CC5-48D6-B68F-35070A58C241}"/>
              </a:ext>
            </a:extLst>
          </p:cNvPr>
          <p:cNvSpPr>
            <a:spLocks xmlns:a="http://schemas.openxmlformats.org/drawingml/2006/main" noGrp="1"/>
          </p:cNvSpPr>
          <p:nvPr/>
        </p:nvSpPr>
        <p:spPr>
          <a:xfrm xmlns:a="http://schemas.openxmlformats.org/drawingml/2006/main">
            <a:off x="1261872" y="1755648"/>
            <a:ext cx="2615184"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275" b="1">
                <a:solidFill>
                  <a:srgbClr val="FFFFFF"/>
                </a:solidFill>
                <a:latin typeface="Poppins"/>
                <a:ea typeface="Poppins"/>
                <a:cs typeface="Poppins"/>
              </a:defRPr>
            </a:pPr>
            <a:r>
              <a:rPr sz="1275" b="1">
                <a:solidFill>
                  <a:srgbClr val="FFFFFF"/>
                </a:solidFill>
                <a:latin typeface="Poppins"/>
                <a:ea typeface="Poppins"/>
                <a:cs typeface="Poppins"/>
              </a:rPr>
              <a:t>Confirm the user list</a:t>
            </a:r>
            <a:endParaRPr sz="1400"/>
          </a:p>
        </p:txBody>
      </p:sp>
      <p:sp>
        <p:nvSpPr>
          <p:cNvPr id="8" name="Text 6">
            <a:extLst xmlns:a="http://schemas.openxmlformats.org/drawingml/2006/main">
              <a:ext uri="{FF2B5EF4-FFF2-40B4-BE49-F238E27FC236}">
                <a16:creationId xmlns:a16="http://schemas.microsoft.com/office/drawing/2014/main" id="{34B7D071-9C4A-4FF0-ACA0-73BF87AF0C55}"/>
              </a:ext>
            </a:extLst>
          </p:cNvPr>
          <p:cNvSpPr>
            <a:spLocks xmlns:a="http://schemas.openxmlformats.org/drawingml/2006/main" noGrp="1"/>
          </p:cNvSpPr>
          <p:nvPr/>
        </p:nvSpPr>
        <p:spPr>
          <a:xfrm xmlns:a="http://schemas.openxmlformats.org/drawingml/2006/main">
            <a:off x="786384" y="2231136"/>
            <a:ext cx="309067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defRPr sz="1050">
                <a:solidFill>
                  <a:srgbClr val="D5DDEA"/>
                </a:solidFill>
                <a:latin typeface="Segoe UI"/>
                <a:ea typeface="Segoe UI"/>
                <a:cs typeface="Segoe UI"/>
              </a:defRPr>
            </a:pPr>
            <a:r>
              <a:rPr sz="1050">
                <a:solidFill>
                  <a:srgbClr val="D5DDEA"/>
                </a:solidFill>
                <a:latin typeface="Segoe UI"/>
                <a:ea typeface="Segoe UI"/>
                <a:cs typeface="Segoe UI"/>
              </a:rPr>
              <a:t>Names, titles, divisions and e-mail addresses for every user in your departments.</a:t>
            </a:r>
            <a:endParaRPr sz="1100"/>
          </a:p>
        </p:txBody>
      </p:sp>
      <p:sp>
        <p:nvSpPr>
          <p:cNvPr id="9" name="Shape 7">
            <a:extLst xmlns:a="http://schemas.openxmlformats.org/drawingml/2006/main">
              <a:ext uri="{FF2B5EF4-FFF2-40B4-BE49-F238E27FC236}">
                <a16:creationId xmlns:a16="http://schemas.microsoft.com/office/drawing/2014/main" id="{7E3E1B14-7DB5-4C8A-9B10-F8F49209DBA6}"/>
              </a:ext>
            </a:extLst>
          </p:cNvPr>
          <p:cNvSpPr>
            <a:spLocks xmlns:a="http://schemas.openxmlformats.org/drawingml/2006/main" noGrp="1"/>
          </p:cNvSpPr>
          <p:nvPr/>
        </p:nvSpPr>
        <p:spPr>
          <a:xfrm xmlns:a="http://schemas.openxmlformats.org/drawingml/2006/main">
            <a:off x="4352544" y="1572768"/>
            <a:ext cx="3529584" cy="1298448"/>
          </a:xfrm>
          <a:prstGeom xmlns:a="http://schemas.openxmlformats.org/drawingml/2006/main" prst="roundRect">
            <a:avLst>
              <a:gd name="adj" fmla="val 6338"/>
            </a:avLst>
          </a:prstGeom>
          <a:solidFill xmlns:a="http://schemas.openxmlformats.org/drawingml/2006/main">
            <a:srgbClr val="172033"/>
          </a:solidFill>
          <a:ln xmlns:a="http://schemas.openxmlformats.org/drawingml/2006/main" w="9525">
            <a:solidFill>
              <a:srgbClr val="334155"/>
            </a:solidFill>
            <a:prstDash val="solid"/>
          </a:ln>
        </p:spPr>
      </p:sp>
      <p:sp>
        <p:nvSpPr>
          <p:cNvPr id="10" name="Shape 8">
            <a:extLst xmlns:a="http://schemas.openxmlformats.org/drawingml/2006/main">
              <a:ext uri="{FF2B5EF4-FFF2-40B4-BE49-F238E27FC236}">
                <a16:creationId xmlns:a16="http://schemas.microsoft.com/office/drawing/2014/main" id="{BACF1970-388D-417B-8591-8F986CEF8D75}"/>
              </a:ext>
            </a:extLst>
          </p:cNvPr>
          <p:cNvSpPr>
            <a:spLocks xmlns:a="http://schemas.openxmlformats.org/drawingml/2006/main" noGrp="1"/>
          </p:cNvSpPr>
          <p:nvPr/>
        </p:nvSpPr>
        <p:spPr>
          <a:xfrm xmlns:a="http://schemas.openxmlformats.org/drawingml/2006/main">
            <a:off x="4572000" y="1773936"/>
            <a:ext cx="365760" cy="365760"/>
          </a:xfrm>
          <a:prstGeom xmlns:a="http://schemas.openxmlformats.org/drawingml/2006/main" prst="ellipse">
            <a:avLst/>
          </a:prstGeom>
          <a:solidFill xmlns:a="http://schemas.openxmlformats.org/drawingml/2006/main">
            <a:srgbClr val="155DFC"/>
          </a:solidFill>
          <a:ln xmlns:a="http://schemas.openxmlformats.org/drawingml/2006/main" w="0">
            <a:solidFill>
              <a:srgbClr val="155DFC"/>
            </a:solidFill>
            <a:prstDash val="solid"/>
          </a:ln>
        </p:spPr>
      </p:sp>
      <p:sp>
        <p:nvSpPr>
          <p:cNvPr id="11" name="Text 9">
            <a:extLst xmlns:a="http://schemas.openxmlformats.org/drawingml/2006/main">
              <a:ext uri="{FF2B5EF4-FFF2-40B4-BE49-F238E27FC236}">
                <a16:creationId xmlns:a16="http://schemas.microsoft.com/office/drawing/2014/main" id="{A812DB68-13F9-40F0-AA61-98EFE9C52D19}"/>
              </a:ext>
            </a:extLst>
          </p:cNvPr>
          <p:cNvSpPr>
            <a:spLocks xmlns:a="http://schemas.openxmlformats.org/drawingml/2006/main" noGrp="1"/>
          </p:cNvSpPr>
          <p:nvPr/>
        </p:nvSpPr>
        <p:spPr>
          <a:xfrm xmlns:a="http://schemas.openxmlformats.org/drawingml/2006/main">
            <a:off x="4572000" y="1773936"/>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defRPr sz="1200" b="1">
                <a:solidFill>
                  <a:srgbClr val="FFFFFF"/>
                </a:solidFill>
                <a:latin typeface="Poppins"/>
                <a:ea typeface="Poppins"/>
                <a:cs typeface="Poppins"/>
              </a:defRPr>
            </a:pPr>
            <a:r>
              <a:rPr sz="1200" b="1">
                <a:solidFill>
                  <a:srgbClr val="FFFFFF"/>
                </a:solidFill>
                <a:latin typeface="Poppins"/>
                <a:ea typeface="Poppins"/>
                <a:cs typeface="Poppins"/>
              </a:rPr>
              <a:t>2</a:t>
            </a:r>
            <a:endParaRPr sz="1500"/>
          </a:p>
        </p:txBody>
      </p:sp>
      <p:sp>
        <p:nvSpPr>
          <p:cNvPr id="12" name="Text 10">
            <a:extLst xmlns:a="http://schemas.openxmlformats.org/drawingml/2006/main">
              <a:ext uri="{FF2B5EF4-FFF2-40B4-BE49-F238E27FC236}">
                <a16:creationId xmlns:a16="http://schemas.microsoft.com/office/drawing/2014/main" id="{FCAA95AD-2BEB-466D-A5E0-E1DCAC0F6B61}"/>
              </a:ext>
            </a:extLst>
          </p:cNvPr>
          <p:cNvSpPr>
            <a:spLocks xmlns:a="http://schemas.openxmlformats.org/drawingml/2006/main" noGrp="1"/>
          </p:cNvSpPr>
          <p:nvPr/>
        </p:nvSpPr>
        <p:spPr>
          <a:xfrm xmlns:a="http://schemas.openxmlformats.org/drawingml/2006/main">
            <a:off x="5047488" y="1755648"/>
            <a:ext cx="2615184"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275" b="1">
                <a:solidFill>
                  <a:srgbClr val="FFFFFF"/>
                </a:solidFill>
                <a:latin typeface="Poppins"/>
                <a:ea typeface="Poppins"/>
                <a:cs typeface="Poppins"/>
              </a:defRPr>
            </a:pPr>
            <a:r>
              <a:rPr sz="1275" b="1">
                <a:solidFill>
                  <a:srgbClr val="FFFFFF"/>
                </a:solidFill>
                <a:latin typeface="Poppins"/>
                <a:ea typeface="Poppins"/>
                <a:cs typeface="Poppins"/>
              </a:rPr>
              <a:t>Attend the champions clinic</a:t>
            </a:r>
            <a:endParaRPr sz="1400"/>
          </a:p>
        </p:txBody>
      </p:sp>
      <p:sp>
        <p:nvSpPr>
          <p:cNvPr id="13" name="Text 11">
            <a:extLst xmlns:a="http://schemas.openxmlformats.org/drawingml/2006/main">
              <a:ext uri="{FF2B5EF4-FFF2-40B4-BE49-F238E27FC236}">
                <a16:creationId xmlns:a16="http://schemas.microsoft.com/office/drawing/2014/main" id="{84B64535-8D6F-45F3-97C4-C9374F05407E}"/>
              </a:ext>
            </a:extLst>
          </p:cNvPr>
          <p:cNvSpPr>
            <a:spLocks xmlns:a="http://schemas.openxmlformats.org/drawingml/2006/main" noGrp="1"/>
          </p:cNvSpPr>
          <p:nvPr/>
        </p:nvSpPr>
        <p:spPr>
          <a:xfrm xmlns:a="http://schemas.openxmlformats.org/drawingml/2006/main">
            <a:off x="4572000" y="2231136"/>
            <a:ext cx="309067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defRPr sz="1050">
                <a:solidFill>
                  <a:srgbClr val="D5DDEA"/>
                </a:solidFill>
                <a:latin typeface="Segoe UI"/>
                <a:ea typeface="Segoe UI"/>
                <a:cs typeface="Segoe UI"/>
              </a:defRPr>
            </a:pPr>
            <a:r>
              <a:rPr sz="1050">
                <a:solidFill>
                  <a:srgbClr val="D5DDEA"/>
                </a:solidFill>
                <a:latin typeface="Segoe UI"/>
                <a:ea typeface="Segoe UI"/>
                <a:cs typeface="Segoe UI"/>
              </a:rPr>
              <a:t>One half-day session on the registry, assignment workflow and reporting.</a:t>
            </a:r>
            <a:endParaRPr sz="1100"/>
          </a:p>
        </p:txBody>
      </p:sp>
      <p:sp>
        <p:nvSpPr>
          <p:cNvPr id="14" name="Shape 12">
            <a:extLst xmlns:a="http://schemas.openxmlformats.org/drawingml/2006/main">
              <a:ext uri="{FF2B5EF4-FFF2-40B4-BE49-F238E27FC236}">
                <a16:creationId xmlns:a16="http://schemas.microsoft.com/office/drawing/2014/main" id="{6A51953B-6017-45B1-B272-DA24BF2F0AF4}"/>
              </a:ext>
            </a:extLst>
          </p:cNvPr>
          <p:cNvSpPr>
            <a:spLocks xmlns:a="http://schemas.openxmlformats.org/drawingml/2006/main" noGrp="1"/>
          </p:cNvSpPr>
          <p:nvPr/>
        </p:nvSpPr>
        <p:spPr>
          <a:xfrm xmlns:a="http://schemas.openxmlformats.org/drawingml/2006/main">
            <a:off x="8138160" y="1572768"/>
            <a:ext cx="3529584" cy="1298448"/>
          </a:xfrm>
          <a:prstGeom xmlns:a="http://schemas.openxmlformats.org/drawingml/2006/main" prst="roundRect">
            <a:avLst>
              <a:gd name="adj" fmla="val 6338"/>
            </a:avLst>
          </a:prstGeom>
          <a:solidFill xmlns:a="http://schemas.openxmlformats.org/drawingml/2006/main">
            <a:srgbClr val="172033"/>
          </a:solidFill>
          <a:ln xmlns:a="http://schemas.openxmlformats.org/drawingml/2006/main" w="9525">
            <a:solidFill>
              <a:srgbClr val="334155"/>
            </a:solidFill>
            <a:prstDash val="solid"/>
          </a:ln>
        </p:spPr>
      </p:sp>
      <p:sp>
        <p:nvSpPr>
          <p:cNvPr id="15" name="Shape 13">
            <a:extLst xmlns:a="http://schemas.openxmlformats.org/drawingml/2006/main">
              <a:ext uri="{FF2B5EF4-FFF2-40B4-BE49-F238E27FC236}">
                <a16:creationId xmlns:a16="http://schemas.microsoft.com/office/drawing/2014/main" id="{12D5C531-1EAD-482F-A4A8-E0AB68E18791}"/>
              </a:ext>
            </a:extLst>
          </p:cNvPr>
          <p:cNvSpPr>
            <a:spLocks xmlns:a="http://schemas.openxmlformats.org/drawingml/2006/main" noGrp="1"/>
          </p:cNvSpPr>
          <p:nvPr/>
        </p:nvSpPr>
        <p:spPr>
          <a:xfrm xmlns:a="http://schemas.openxmlformats.org/drawingml/2006/main">
            <a:off x="8357616" y="1773936"/>
            <a:ext cx="365760" cy="365760"/>
          </a:xfrm>
          <a:prstGeom xmlns:a="http://schemas.openxmlformats.org/drawingml/2006/main" prst="ellipse">
            <a:avLst/>
          </a:prstGeom>
          <a:solidFill xmlns:a="http://schemas.openxmlformats.org/drawingml/2006/main">
            <a:srgbClr val="155DFC"/>
          </a:solidFill>
          <a:ln xmlns:a="http://schemas.openxmlformats.org/drawingml/2006/main" w="0">
            <a:solidFill>
              <a:srgbClr val="155DFC"/>
            </a:solidFill>
            <a:prstDash val="solid"/>
          </a:ln>
        </p:spPr>
      </p:sp>
      <p:sp>
        <p:nvSpPr>
          <p:cNvPr id="16" name="Text 14">
            <a:extLst xmlns:a="http://schemas.openxmlformats.org/drawingml/2006/main">
              <a:ext uri="{FF2B5EF4-FFF2-40B4-BE49-F238E27FC236}">
                <a16:creationId xmlns:a16="http://schemas.microsoft.com/office/drawing/2014/main" id="{D3027EE1-D0CD-467F-8FEB-88DFDEC6CFB7}"/>
              </a:ext>
            </a:extLst>
          </p:cNvPr>
          <p:cNvSpPr>
            <a:spLocks xmlns:a="http://schemas.openxmlformats.org/drawingml/2006/main" noGrp="1"/>
          </p:cNvSpPr>
          <p:nvPr/>
        </p:nvSpPr>
        <p:spPr>
          <a:xfrm xmlns:a="http://schemas.openxmlformats.org/drawingml/2006/main">
            <a:off x="8357616" y="1773936"/>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defRPr sz="1200" b="1">
                <a:solidFill>
                  <a:srgbClr val="FFFFFF"/>
                </a:solidFill>
                <a:latin typeface="Poppins"/>
                <a:ea typeface="Poppins"/>
                <a:cs typeface="Poppins"/>
              </a:defRPr>
            </a:pPr>
            <a:r>
              <a:rPr sz="1200" b="1">
                <a:solidFill>
                  <a:srgbClr val="FFFFFF"/>
                </a:solidFill>
                <a:latin typeface="Poppins"/>
                <a:ea typeface="Poppins"/>
                <a:cs typeface="Poppins"/>
              </a:rPr>
              <a:t>3</a:t>
            </a:r>
            <a:endParaRPr sz="1500"/>
          </a:p>
        </p:txBody>
      </p:sp>
      <p:sp>
        <p:nvSpPr>
          <p:cNvPr id="17" name="Text 15">
            <a:extLst xmlns:a="http://schemas.openxmlformats.org/drawingml/2006/main">
              <a:ext uri="{FF2B5EF4-FFF2-40B4-BE49-F238E27FC236}">
                <a16:creationId xmlns:a16="http://schemas.microsoft.com/office/drawing/2014/main" id="{C5770978-BD3B-4233-B64E-D8F4540F8C74}"/>
              </a:ext>
            </a:extLst>
          </p:cNvPr>
          <p:cNvSpPr>
            <a:spLocks xmlns:a="http://schemas.openxmlformats.org/drawingml/2006/main" noGrp="1"/>
          </p:cNvSpPr>
          <p:nvPr/>
        </p:nvSpPr>
        <p:spPr>
          <a:xfrm xmlns:a="http://schemas.openxmlformats.org/drawingml/2006/main">
            <a:off x="8833104" y="1755648"/>
            <a:ext cx="2615184"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275" b="1">
                <a:solidFill>
                  <a:srgbClr val="FFFFFF"/>
                </a:solidFill>
                <a:latin typeface="Poppins"/>
                <a:ea typeface="Poppins"/>
                <a:cs typeface="Poppins"/>
              </a:defRPr>
            </a:pPr>
            <a:r>
              <a:rPr sz="1275" b="1">
                <a:solidFill>
                  <a:srgbClr val="FFFFFF"/>
                </a:solidFill>
                <a:latin typeface="Poppins"/>
                <a:ea typeface="Poppins"/>
                <a:cs typeface="Poppins"/>
              </a:rPr>
              <a:t>Run the department session</a:t>
            </a:r>
            <a:endParaRPr sz="1400"/>
          </a:p>
        </p:txBody>
      </p:sp>
      <p:sp>
        <p:nvSpPr>
          <p:cNvPr id="18" name="Text 16">
            <a:extLst xmlns:a="http://schemas.openxmlformats.org/drawingml/2006/main">
              <a:ext uri="{FF2B5EF4-FFF2-40B4-BE49-F238E27FC236}">
                <a16:creationId xmlns:a16="http://schemas.microsoft.com/office/drawing/2014/main" id="{FE6AC17B-0AFF-4441-AF5A-449EAB2D6991}"/>
              </a:ext>
            </a:extLst>
          </p:cNvPr>
          <p:cNvSpPr>
            <a:spLocks xmlns:a="http://schemas.openxmlformats.org/drawingml/2006/main" noGrp="1"/>
          </p:cNvSpPr>
          <p:nvPr/>
        </p:nvSpPr>
        <p:spPr>
          <a:xfrm xmlns:a="http://schemas.openxmlformats.org/drawingml/2006/main">
            <a:off x="8357616" y="2231136"/>
            <a:ext cx="309067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defRPr sz="1050">
                <a:solidFill>
                  <a:srgbClr val="D5DDEA"/>
                </a:solidFill>
                <a:latin typeface="Segoe UI"/>
                <a:ea typeface="Segoe UI"/>
                <a:cs typeface="Segoe UI"/>
              </a:defRPr>
            </a:pPr>
            <a:r>
              <a:rPr sz="1050">
                <a:solidFill>
                  <a:srgbClr val="D5DDEA"/>
                </a:solidFill>
                <a:latin typeface="Segoe UI"/>
                <a:ea typeface="Segoe UI"/>
                <a:cs typeface="Segoe UI"/>
              </a:rPr>
              <a:t>A 90-minute hands-on session per department, using that department's own live letters.</a:t>
            </a:r>
            <a:endParaRPr sz="1100"/>
          </a:p>
        </p:txBody>
      </p:sp>
      <p:sp>
        <p:nvSpPr>
          <p:cNvPr id="19" name="Shape 17">
            <a:extLst xmlns:a="http://schemas.openxmlformats.org/drawingml/2006/main">
              <a:ext uri="{FF2B5EF4-FFF2-40B4-BE49-F238E27FC236}">
                <a16:creationId xmlns:a16="http://schemas.microsoft.com/office/drawing/2014/main" id="{5D816D04-1809-4234-B5E2-114706613F44}"/>
              </a:ext>
            </a:extLst>
          </p:cNvPr>
          <p:cNvSpPr>
            <a:spLocks xmlns:a="http://schemas.openxmlformats.org/drawingml/2006/main" noGrp="1"/>
          </p:cNvSpPr>
          <p:nvPr/>
        </p:nvSpPr>
        <p:spPr>
          <a:xfrm xmlns:a="http://schemas.openxmlformats.org/drawingml/2006/main">
            <a:off x="566928" y="3108960"/>
            <a:ext cx="3529584" cy="1298448"/>
          </a:xfrm>
          <a:prstGeom xmlns:a="http://schemas.openxmlformats.org/drawingml/2006/main" prst="roundRect">
            <a:avLst>
              <a:gd name="adj" fmla="val 6338"/>
            </a:avLst>
          </a:prstGeom>
          <a:solidFill xmlns:a="http://schemas.openxmlformats.org/drawingml/2006/main">
            <a:srgbClr val="172033"/>
          </a:solidFill>
          <a:ln xmlns:a="http://schemas.openxmlformats.org/drawingml/2006/main" w="9525">
            <a:solidFill>
              <a:srgbClr val="334155"/>
            </a:solidFill>
            <a:prstDash val="solid"/>
          </a:ln>
        </p:spPr>
      </p:sp>
      <p:sp>
        <p:nvSpPr>
          <p:cNvPr id="20" name="Shape 18">
            <a:extLst xmlns:a="http://schemas.openxmlformats.org/drawingml/2006/main">
              <a:ext uri="{FF2B5EF4-FFF2-40B4-BE49-F238E27FC236}">
                <a16:creationId xmlns:a16="http://schemas.microsoft.com/office/drawing/2014/main" id="{1F26DD1C-364F-4681-B2C9-F374D4F026DD}"/>
              </a:ext>
            </a:extLst>
          </p:cNvPr>
          <p:cNvSpPr>
            <a:spLocks xmlns:a="http://schemas.openxmlformats.org/drawingml/2006/main" noGrp="1"/>
          </p:cNvSpPr>
          <p:nvPr/>
        </p:nvSpPr>
        <p:spPr>
          <a:xfrm xmlns:a="http://schemas.openxmlformats.org/drawingml/2006/main">
            <a:off x="786384" y="3310128"/>
            <a:ext cx="365760" cy="365760"/>
          </a:xfrm>
          <a:prstGeom xmlns:a="http://schemas.openxmlformats.org/drawingml/2006/main" prst="ellipse">
            <a:avLst/>
          </a:prstGeom>
          <a:solidFill xmlns:a="http://schemas.openxmlformats.org/drawingml/2006/main">
            <a:srgbClr val="155DFC"/>
          </a:solidFill>
          <a:ln xmlns:a="http://schemas.openxmlformats.org/drawingml/2006/main" w="0">
            <a:solidFill>
              <a:srgbClr val="155DFC"/>
            </a:solidFill>
            <a:prstDash val="solid"/>
          </a:ln>
        </p:spPr>
      </p:sp>
      <p:sp>
        <p:nvSpPr>
          <p:cNvPr id="21" name="Text 19">
            <a:extLst xmlns:a="http://schemas.openxmlformats.org/drawingml/2006/main">
              <a:ext uri="{FF2B5EF4-FFF2-40B4-BE49-F238E27FC236}">
                <a16:creationId xmlns:a16="http://schemas.microsoft.com/office/drawing/2014/main" id="{A0F9DCFD-EE63-4DBD-8240-B26A8F1E2019}"/>
              </a:ext>
            </a:extLst>
          </p:cNvPr>
          <p:cNvSpPr>
            <a:spLocks xmlns:a="http://schemas.openxmlformats.org/drawingml/2006/main" noGrp="1"/>
          </p:cNvSpPr>
          <p:nvPr/>
        </p:nvSpPr>
        <p:spPr>
          <a:xfrm xmlns:a="http://schemas.openxmlformats.org/drawingml/2006/main">
            <a:off x="786384" y="3310128"/>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defRPr sz="1200" b="1">
                <a:solidFill>
                  <a:srgbClr val="FFFFFF"/>
                </a:solidFill>
                <a:latin typeface="Poppins"/>
                <a:ea typeface="Poppins"/>
                <a:cs typeface="Poppins"/>
              </a:defRPr>
            </a:pPr>
            <a:r>
              <a:rPr sz="1200" b="1">
                <a:solidFill>
                  <a:srgbClr val="FFFFFF"/>
                </a:solidFill>
                <a:latin typeface="Poppins"/>
                <a:ea typeface="Poppins"/>
                <a:cs typeface="Poppins"/>
              </a:rPr>
              <a:t>4</a:t>
            </a:r>
            <a:endParaRPr sz="1500"/>
          </a:p>
        </p:txBody>
      </p:sp>
      <p:sp>
        <p:nvSpPr>
          <p:cNvPr id="22" name="Text 20">
            <a:extLst xmlns:a="http://schemas.openxmlformats.org/drawingml/2006/main">
              <a:ext uri="{FF2B5EF4-FFF2-40B4-BE49-F238E27FC236}">
                <a16:creationId xmlns:a16="http://schemas.microsoft.com/office/drawing/2014/main" id="{8FBB267F-396A-42F8-854A-B566EA1536B9}"/>
              </a:ext>
            </a:extLst>
          </p:cNvPr>
          <p:cNvSpPr>
            <a:spLocks xmlns:a="http://schemas.openxmlformats.org/drawingml/2006/main" noGrp="1"/>
          </p:cNvSpPr>
          <p:nvPr/>
        </p:nvSpPr>
        <p:spPr>
          <a:xfrm xmlns:a="http://schemas.openxmlformats.org/drawingml/2006/main">
            <a:off x="1261872" y="3291840"/>
            <a:ext cx="2615184"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275" b="1">
                <a:solidFill>
                  <a:srgbClr val="FFFFFF"/>
                </a:solidFill>
                <a:latin typeface="Poppins"/>
                <a:ea typeface="Poppins"/>
                <a:cs typeface="Poppins"/>
              </a:defRPr>
            </a:pPr>
            <a:r>
              <a:rPr sz="1275" b="1">
                <a:solidFill>
                  <a:srgbClr val="FFFFFF"/>
                </a:solidFill>
                <a:latin typeface="Poppins"/>
                <a:ea typeface="Poppins"/>
                <a:cs typeface="Poppins"/>
              </a:rPr>
              <a:t>Sit in for two weeks</a:t>
            </a:r>
            <a:endParaRPr sz="1400"/>
          </a:p>
        </p:txBody>
      </p:sp>
      <p:sp>
        <p:nvSpPr>
          <p:cNvPr id="23" name="Text 21">
            <a:extLst xmlns:a="http://schemas.openxmlformats.org/drawingml/2006/main">
              <a:ext uri="{FF2B5EF4-FFF2-40B4-BE49-F238E27FC236}">
                <a16:creationId xmlns:a16="http://schemas.microsoft.com/office/drawing/2014/main" id="{136E2072-E361-482A-A198-8D19A44779B2}"/>
              </a:ext>
            </a:extLst>
          </p:cNvPr>
          <p:cNvSpPr>
            <a:spLocks xmlns:a="http://schemas.openxmlformats.org/drawingml/2006/main" noGrp="1"/>
          </p:cNvSpPr>
          <p:nvPr/>
        </p:nvSpPr>
        <p:spPr>
          <a:xfrm xmlns:a="http://schemas.openxmlformats.org/drawingml/2006/main">
            <a:off x="786384" y="3767328"/>
            <a:ext cx="309067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defRPr sz="1050">
                <a:solidFill>
                  <a:srgbClr val="D5DDEA"/>
                </a:solidFill>
                <a:latin typeface="Segoe UI"/>
                <a:ea typeface="Segoe UI"/>
                <a:cs typeface="Segoe UI"/>
              </a:defRPr>
            </a:pPr>
            <a:r>
              <a:rPr sz="1050">
                <a:solidFill>
                  <a:srgbClr val="D5DDEA"/>
                </a:solidFill>
                <a:latin typeface="Segoe UI"/>
                <a:ea typeface="Segoe UI"/>
                <a:cs typeface="Segoe UI"/>
              </a:rPr>
              <a:t>Be present in the registry during go-live and clear questions on the spot.</a:t>
            </a:r>
            <a:endParaRPr sz="1100"/>
          </a:p>
        </p:txBody>
      </p:sp>
      <p:sp>
        <p:nvSpPr>
          <p:cNvPr id="24" name="Shape 22">
            <a:extLst xmlns:a="http://schemas.openxmlformats.org/drawingml/2006/main">
              <a:ext uri="{FF2B5EF4-FFF2-40B4-BE49-F238E27FC236}">
                <a16:creationId xmlns:a16="http://schemas.microsoft.com/office/drawing/2014/main" id="{B8A68FF0-F4A2-4320-981E-BBAD8DA9C54A}"/>
              </a:ext>
            </a:extLst>
          </p:cNvPr>
          <p:cNvSpPr>
            <a:spLocks xmlns:a="http://schemas.openxmlformats.org/drawingml/2006/main" noGrp="1"/>
          </p:cNvSpPr>
          <p:nvPr/>
        </p:nvSpPr>
        <p:spPr>
          <a:xfrm xmlns:a="http://schemas.openxmlformats.org/drawingml/2006/main">
            <a:off x="4352544" y="3108960"/>
            <a:ext cx="3529584" cy="1298448"/>
          </a:xfrm>
          <a:prstGeom xmlns:a="http://schemas.openxmlformats.org/drawingml/2006/main" prst="roundRect">
            <a:avLst>
              <a:gd name="adj" fmla="val 6338"/>
            </a:avLst>
          </a:prstGeom>
          <a:solidFill xmlns:a="http://schemas.openxmlformats.org/drawingml/2006/main">
            <a:srgbClr val="172033"/>
          </a:solidFill>
          <a:ln xmlns:a="http://schemas.openxmlformats.org/drawingml/2006/main" w="9525">
            <a:solidFill>
              <a:srgbClr val="334155"/>
            </a:solidFill>
            <a:prstDash val="solid"/>
          </a:ln>
        </p:spPr>
      </p:sp>
      <p:sp>
        <p:nvSpPr>
          <p:cNvPr id="25" name="Shape 23">
            <a:extLst xmlns:a="http://schemas.openxmlformats.org/drawingml/2006/main">
              <a:ext uri="{FF2B5EF4-FFF2-40B4-BE49-F238E27FC236}">
                <a16:creationId xmlns:a16="http://schemas.microsoft.com/office/drawing/2014/main" id="{C09012FA-C210-49FF-9756-36FE5A83C068}"/>
              </a:ext>
            </a:extLst>
          </p:cNvPr>
          <p:cNvSpPr>
            <a:spLocks xmlns:a="http://schemas.openxmlformats.org/drawingml/2006/main" noGrp="1"/>
          </p:cNvSpPr>
          <p:nvPr/>
        </p:nvSpPr>
        <p:spPr>
          <a:xfrm xmlns:a="http://schemas.openxmlformats.org/drawingml/2006/main">
            <a:off x="4572000" y="3310128"/>
            <a:ext cx="365760" cy="365760"/>
          </a:xfrm>
          <a:prstGeom xmlns:a="http://schemas.openxmlformats.org/drawingml/2006/main" prst="ellipse">
            <a:avLst/>
          </a:prstGeom>
          <a:solidFill xmlns:a="http://schemas.openxmlformats.org/drawingml/2006/main">
            <a:srgbClr val="155DFC"/>
          </a:solidFill>
          <a:ln xmlns:a="http://schemas.openxmlformats.org/drawingml/2006/main" w="0">
            <a:solidFill>
              <a:srgbClr val="155DFC"/>
            </a:solidFill>
            <a:prstDash val="solid"/>
          </a:ln>
        </p:spPr>
      </p:sp>
      <p:sp>
        <p:nvSpPr>
          <p:cNvPr id="26" name="Text 24">
            <a:extLst xmlns:a="http://schemas.openxmlformats.org/drawingml/2006/main">
              <a:ext uri="{FF2B5EF4-FFF2-40B4-BE49-F238E27FC236}">
                <a16:creationId xmlns:a16="http://schemas.microsoft.com/office/drawing/2014/main" id="{B45D1D90-92FE-42A0-94A0-C7876E45CB15}"/>
              </a:ext>
            </a:extLst>
          </p:cNvPr>
          <p:cNvSpPr>
            <a:spLocks xmlns:a="http://schemas.openxmlformats.org/drawingml/2006/main" noGrp="1"/>
          </p:cNvSpPr>
          <p:nvPr/>
        </p:nvSpPr>
        <p:spPr>
          <a:xfrm xmlns:a="http://schemas.openxmlformats.org/drawingml/2006/main">
            <a:off x="4572000" y="3310128"/>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defRPr sz="1200" b="1">
                <a:solidFill>
                  <a:srgbClr val="FFFFFF"/>
                </a:solidFill>
                <a:latin typeface="Poppins"/>
                <a:ea typeface="Poppins"/>
                <a:cs typeface="Poppins"/>
              </a:defRPr>
            </a:pPr>
            <a:r>
              <a:rPr sz="1200" b="1">
                <a:solidFill>
                  <a:srgbClr val="FFFFFF"/>
                </a:solidFill>
                <a:latin typeface="Poppins"/>
                <a:ea typeface="Poppins"/>
                <a:cs typeface="Poppins"/>
              </a:rPr>
              <a:t>5</a:t>
            </a:r>
            <a:endParaRPr sz="1500"/>
          </a:p>
        </p:txBody>
      </p:sp>
      <p:sp>
        <p:nvSpPr>
          <p:cNvPr id="27" name="Text 25">
            <a:extLst xmlns:a="http://schemas.openxmlformats.org/drawingml/2006/main">
              <a:ext uri="{FF2B5EF4-FFF2-40B4-BE49-F238E27FC236}">
                <a16:creationId xmlns:a16="http://schemas.microsoft.com/office/drawing/2014/main" id="{72DF6C51-3EC3-4337-A653-5BDA4B732FD3}"/>
              </a:ext>
            </a:extLst>
          </p:cNvPr>
          <p:cNvSpPr>
            <a:spLocks xmlns:a="http://schemas.openxmlformats.org/drawingml/2006/main" noGrp="1"/>
          </p:cNvSpPr>
          <p:nvPr/>
        </p:nvSpPr>
        <p:spPr>
          <a:xfrm xmlns:a="http://schemas.openxmlformats.org/drawingml/2006/main">
            <a:off x="5047488" y="3291840"/>
            <a:ext cx="2615184"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275" b="1">
                <a:solidFill>
                  <a:srgbClr val="FFFFFF"/>
                </a:solidFill>
                <a:latin typeface="Poppins"/>
                <a:ea typeface="Poppins"/>
                <a:cs typeface="Poppins"/>
              </a:defRPr>
            </a:pPr>
            <a:r>
              <a:rPr sz="1275" b="1">
                <a:solidFill>
                  <a:srgbClr val="FFFFFF"/>
                </a:solidFill>
                <a:latin typeface="Poppins"/>
                <a:ea typeface="Poppins"/>
                <a:cs typeface="Poppins"/>
              </a:rPr>
              <a:t>Report weekly</a:t>
            </a:r>
            <a:endParaRPr sz="1400"/>
          </a:p>
        </p:txBody>
      </p:sp>
      <p:sp>
        <p:nvSpPr>
          <p:cNvPr id="28" name="Text 26">
            <a:extLst xmlns:a="http://schemas.openxmlformats.org/drawingml/2006/main">
              <a:ext uri="{FF2B5EF4-FFF2-40B4-BE49-F238E27FC236}">
                <a16:creationId xmlns:a16="http://schemas.microsoft.com/office/drawing/2014/main" id="{CAAE8741-6AD3-4EBC-9DD8-146845600C8E}"/>
              </a:ext>
            </a:extLst>
          </p:cNvPr>
          <p:cNvSpPr>
            <a:spLocks xmlns:a="http://schemas.openxmlformats.org/drawingml/2006/main" noGrp="1"/>
          </p:cNvSpPr>
          <p:nvPr/>
        </p:nvSpPr>
        <p:spPr>
          <a:xfrm xmlns:a="http://schemas.openxmlformats.org/drawingml/2006/main">
            <a:off x="4572000" y="3767328"/>
            <a:ext cx="309067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defRPr sz="1050">
                <a:solidFill>
                  <a:srgbClr val="D5DDEA"/>
                </a:solidFill>
                <a:latin typeface="Segoe UI"/>
                <a:ea typeface="Segoe UI"/>
                <a:cs typeface="Segoe UI"/>
              </a:defRPr>
            </a:pPr>
            <a:r>
              <a:rPr sz="1050">
                <a:solidFill>
                  <a:srgbClr val="D5DDEA"/>
                </a:solidFill>
                <a:latin typeface="Segoe UI"/>
                <a:ea typeface="Segoe UI"/>
                <a:cs typeface="Segoe UI"/>
              </a:rPr>
              <a:t>Uptake, issues and requests to the system lead every Friday during your wave.</a:t>
            </a:r>
            <a:endParaRPr sz="1100"/>
          </a:p>
        </p:txBody>
      </p:sp>
      <p:sp>
        <p:nvSpPr>
          <p:cNvPr id="29" name="Shape 27">
            <a:extLst xmlns:a="http://schemas.openxmlformats.org/drawingml/2006/main">
              <a:ext uri="{FF2B5EF4-FFF2-40B4-BE49-F238E27FC236}">
                <a16:creationId xmlns:a16="http://schemas.microsoft.com/office/drawing/2014/main" id="{5BE4C558-EA26-4AA0-977C-8B3AA55329AF}"/>
              </a:ext>
            </a:extLst>
          </p:cNvPr>
          <p:cNvSpPr>
            <a:spLocks xmlns:a="http://schemas.openxmlformats.org/drawingml/2006/main" noGrp="1"/>
          </p:cNvSpPr>
          <p:nvPr/>
        </p:nvSpPr>
        <p:spPr>
          <a:xfrm xmlns:a="http://schemas.openxmlformats.org/drawingml/2006/main">
            <a:off x="8138160" y="3108960"/>
            <a:ext cx="3529584" cy="1298448"/>
          </a:xfrm>
          <a:prstGeom xmlns:a="http://schemas.openxmlformats.org/drawingml/2006/main" prst="roundRect">
            <a:avLst>
              <a:gd name="adj" fmla="val 6338"/>
            </a:avLst>
          </a:prstGeom>
          <a:solidFill xmlns:a="http://schemas.openxmlformats.org/drawingml/2006/main">
            <a:srgbClr val="172033"/>
          </a:solidFill>
          <a:ln xmlns:a="http://schemas.openxmlformats.org/drawingml/2006/main" w="9525">
            <a:solidFill>
              <a:srgbClr val="334155"/>
            </a:solidFill>
            <a:prstDash val="solid"/>
          </a:ln>
        </p:spPr>
      </p:sp>
      <p:sp>
        <p:nvSpPr>
          <p:cNvPr id="30" name="Shape 28">
            <a:extLst xmlns:a="http://schemas.openxmlformats.org/drawingml/2006/main">
              <a:ext uri="{FF2B5EF4-FFF2-40B4-BE49-F238E27FC236}">
                <a16:creationId xmlns:a16="http://schemas.microsoft.com/office/drawing/2014/main" id="{737EE6B6-0966-4144-B905-8F68C432AB75}"/>
              </a:ext>
            </a:extLst>
          </p:cNvPr>
          <p:cNvSpPr>
            <a:spLocks xmlns:a="http://schemas.openxmlformats.org/drawingml/2006/main" noGrp="1"/>
          </p:cNvSpPr>
          <p:nvPr/>
        </p:nvSpPr>
        <p:spPr>
          <a:xfrm xmlns:a="http://schemas.openxmlformats.org/drawingml/2006/main">
            <a:off x="8357616" y="3310128"/>
            <a:ext cx="365760" cy="365760"/>
          </a:xfrm>
          <a:prstGeom xmlns:a="http://schemas.openxmlformats.org/drawingml/2006/main" prst="ellipse">
            <a:avLst/>
          </a:prstGeom>
          <a:solidFill xmlns:a="http://schemas.openxmlformats.org/drawingml/2006/main">
            <a:srgbClr val="155DFC"/>
          </a:solidFill>
          <a:ln xmlns:a="http://schemas.openxmlformats.org/drawingml/2006/main" w="0">
            <a:solidFill>
              <a:srgbClr val="155DFC"/>
            </a:solidFill>
            <a:prstDash val="solid"/>
          </a:ln>
        </p:spPr>
      </p:sp>
      <p:sp>
        <p:nvSpPr>
          <p:cNvPr id="31" name="Text 29">
            <a:extLst xmlns:a="http://schemas.openxmlformats.org/drawingml/2006/main">
              <a:ext uri="{FF2B5EF4-FFF2-40B4-BE49-F238E27FC236}">
                <a16:creationId xmlns:a16="http://schemas.microsoft.com/office/drawing/2014/main" id="{80686CD3-7FFC-48CD-8BB3-3660AF2097BF}"/>
              </a:ext>
            </a:extLst>
          </p:cNvPr>
          <p:cNvSpPr>
            <a:spLocks xmlns:a="http://schemas.openxmlformats.org/drawingml/2006/main" noGrp="1"/>
          </p:cNvSpPr>
          <p:nvPr/>
        </p:nvSpPr>
        <p:spPr>
          <a:xfrm xmlns:a="http://schemas.openxmlformats.org/drawingml/2006/main">
            <a:off x="8357616" y="3310128"/>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defRPr sz="1200" b="1">
                <a:solidFill>
                  <a:srgbClr val="FFFFFF"/>
                </a:solidFill>
                <a:latin typeface="Poppins"/>
                <a:ea typeface="Poppins"/>
                <a:cs typeface="Poppins"/>
              </a:defRPr>
            </a:pPr>
            <a:r>
              <a:rPr sz="1200" b="1">
                <a:solidFill>
                  <a:srgbClr val="FFFFFF"/>
                </a:solidFill>
                <a:latin typeface="Poppins"/>
                <a:ea typeface="Poppins"/>
                <a:cs typeface="Poppins"/>
              </a:rPr>
              <a:t>6</a:t>
            </a:r>
            <a:endParaRPr sz="1500"/>
          </a:p>
        </p:txBody>
      </p:sp>
      <p:sp>
        <p:nvSpPr>
          <p:cNvPr id="32" name="Text 30">
            <a:extLst xmlns:a="http://schemas.openxmlformats.org/drawingml/2006/main">
              <a:ext uri="{FF2B5EF4-FFF2-40B4-BE49-F238E27FC236}">
                <a16:creationId xmlns:a16="http://schemas.microsoft.com/office/drawing/2014/main" id="{FCD750F5-CEB3-491B-8DB0-908C1E153188}"/>
              </a:ext>
            </a:extLst>
          </p:cNvPr>
          <p:cNvSpPr>
            <a:spLocks xmlns:a="http://schemas.openxmlformats.org/drawingml/2006/main" noGrp="1"/>
          </p:cNvSpPr>
          <p:nvPr/>
        </p:nvSpPr>
        <p:spPr>
          <a:xfrm xmlns:a="http://schemas.openxmlformats.org/drawingml/2006/main">
            <a:off x="8833104" y="3291840"/>
            <a:ext cx="2615184"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275" b="1">
                <a:solidFill>
                  <a:srgbClr val="FFFFFF"/>
                </a:solidFill>
                <a:latin typeface="Poppins"/>
                <a:ea typeface="Poppins"/>
                <a:cs typeface="Poppins"/>
              </a:defRPr>
            </a:pPr>
            <a:r>
              <a:rPr sz="1275" b="1">
                <a:solidFill>
                  <a:srgbClr val="FFFFFF"/>
                </a:solidFill>
                <a:latin typeface="Poppins"/>
                <a:ea typeface="Poppins"/>
                <a:cs typeface="Poppins"/>
              </a:rPr>
              <a:t>Sign off go-live</a:t>
            </a:r>
            <a:endParaRPr sz="1400"/>
          </a:p>
        </p:txBody>
      </p:sp>
      <p:sp>
        <p:nvSpPr>
          <p:cNvPr id="33" name="Text 31">
            <a:extLst xmlns:a="http://schemas.openxmlformats.org/drawingml/2006/main">
              <a:ext uri="{FF2B5EF4-FFF2-40B4-BE49-F238E27FC236}">
                <a16:creationId xmlns:a16="http://schemas.microsoft.com/office/drawing/2014/main" id="{6D480847-E51A-40CF-986B-60B45A5EC9B0}"/>
              </a:ext>
            </a:extLst>
          </p:cNvPr>
          <p:cNvSpPr>
            <a:spLocks xmlns:a="http://schemas.openxmlformats.org/drawingml/2006/main" noGrp="1"/>
          </p:cNvSpPr>
          <p:nvPr/>
        </p:nvSpPr>
        <p:spPr>
          <a:xfrm xmlns:a="http://schemas.openxmlformats.org/drawingml/2006/main">
            <a:off x="8357616" y="3767328"/>
            <a:ext cx="309067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defRPr sz="1050">
                <a:solidFill>
                  <a:srgbClr val="D5DDEA"/>
                </a:solidFill>
                <a:latin typeface="Segoe UI"/>
                <a:ea typeface="Segoe UI"/>
                <a:cs typeface="Segoe UI"/>
              </a:defRPr>
            </a:pPr>
            <a:r>
              <a:rPr sz="1050">
                <a:solidFill>
                  <a:srgbClr val="D5DDEA"/>
                </a:solidFill>
                <a:latin typeface="Segoe UI"/>
                <a:ea typeface="Segoe UI"/>
                <a:cs typeface="Segoe UI"/>
              </a:rPr>
              <a:t>Confirm the department is running on ATS and the paper register can be retired.</a:t>
            </a:r>
            <a:endParaRPr sz="1100"/>
          </a:p>
        </p:txBody>
      </p:sp>
      <p:sp>
        <p:nvSpPr>
          <p:cNvPr id="34" name="Shape 32">
            <a:extLst xmlns:a="http://schemas.openxmlformats.org/drawingml/2006/main">
              <a:ext uri="{FF2B5EF4-FFF2-40B4-BE49-F238E27FC236}">
                <a16:creationId xmlns:a16="http://schemas.microsoft.com/office/drawing/2014/main" id="{5FA0DAE1-AAFF-4898-AB81-DBA062A80114}"/>
              </a:ext>
            </a:extLst>
          </p:cNvPr>
          <p:cNvSpPr>
            <a:spLocks xmlns:a="http://schemas.openxmlformats.org/drawingml/2006/main" noGrp="1"/>
          </p:cNvSpPr>
          <p:nvPr/>
        </p:nvSpPr>
        <p:spPr>
          <a:xfrm xmlns:a="http://schemas.openxmlformats.org/drawingml/2006/main">
            <a:off x="566928" y="4809744"/>
            <a:ext cx="11064240" cy="1298448"/>
          </a:xfrm>
          <a:prstGeom xmlns:a="http://schemas.openxmlformats.org/drawingml/2006/main" prst="roundRect">
            <a:avLst>
              <a:gd name="adj" fmla="val 6338"/>
            </a:avLst>
          </a:prstGeom>
          <a:solidFill xmlns:a="http://schemas.openxmlformats.org/drawingml/2006/main">
            <a:srgbClr val="155DFC"/>
          </a:solidFill>
          <a:ln xmlns:a="http://schemas.openxmlformats.org/drawingml/2006/main" w="9525">
            <a:solidFill>
              <a:srgbClr val="155DFC"/>
            </a:solidFill>
            <a:prstDash val="solid"/>
          </a:ln>
        </p:spPr>
      </p:sp>
      <p:sp>
        <p:nvSpPr>
          <p:cNvPr id="35" name="Text 33">
            <a:extLst xmlns:a="http://schemas.openxmlformats.org/drawingml/2006/main">
              <a:ext uri="{FF2B5EF4-FFF2-40B4-BE49-F238E27FC236}">
                <a16:creationId xmlns:a16="http://schemas.microsoft.com/office/drawing/2014/main" id="{E3C810F7-3A36-464F-BA1B-0B630C426E72}"/>
              </a:ext>
            </a:extLst>
          </p:cNvPr>
          <p:cNvSpPr>
            <a:spLocks xmlns:a="http://schemas.openxmlformats.org/drawingml/2006/main" noGrp="1"/>
          </p:cNvSpPr>
          <p:nvPr/>
        </p:nvSpPr>
        <p:spPr>
          <a:xfrm xmlns:a="http://schemas.openxmlformats.org/drawingml/2006/main">
            <a:off x="877824" y="4956048"/>
            <a:ext cx="104241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350" b="1">
                <a:solidFill>
                  <a:srgbClr val="FFFFFF"/>
                </a:solidFill>
                <a:latin typeface="Poppins"/>
                <a:ea typeface="Poppins"/>
                <a:cs typeface="Poppins"/>
              </a:defRPr>
            </a:pPr>
            <a:r>
              <a:rPr sz="1350" b="1">
                <a:solidFill>
                  <a:srgbClr val="FFFFFF"/>
                </a:solidFill>
                <a:latin typeface="Poppins"/>
                <a:ea typeface="Poppins"/>
                <a:cs typeface="Poppins"/>
              </a:rPr>
              <a:t>What we need from this meeting</a:t>
            </a:r>
            <a:endParaRPr sz="1600"/>
          </a:p>
        </p:txBody>
      </p:sp>
      <p:sp>
        <p:nvSpPr>
          <p:cNvPr id="36" name="Text 34">
            <a:extLst xmlns:a="http://schemas.openxmlformats.org/drawingml/2006/main">
              <a:ext uri="{FF2B5EF4-FFF2-40B4-BE49-F238E27FC236}">
                <a16:creationId xmlns:a16="http://schemas.microsoft.com/office/drawing/2014/main" id="{DDE7B7BA-5291-4A75-8572-A2FAFEF9EE03}"/>
              </a:ext>
            </a:extLst>
          </p:cNvPr>
          <p:cNvSpPr>
            <a:spLocks xmlns:a="http://schemas.openxmlformats.org/drawingml/2006/main" noGrp="1"/>
          </p:cNvSpPr>
          <p:nvPr/>
        </p:nvSpPr>
        <p:spPr>
          <a:xfrm xmlns:a="http://schemas.openxmlformats.org/drawingml/2006/main">
            <a:off x="877824" y="5340096"/>
            <a:ext cx="104241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900"/>
              </a:lnSpc>
              <a:buNone/>
              <a:defRPr sz="975">
                <a:solidFill>
                  <a:srgbClr val="DBE7FF"/>
                </a:solidFill>
                <a:latin typeface="Segoe UI"/>
                <a:ea typeface="Segoe UI"/>
                <a:cs typeface="Segoe UI"/>
              </a:defRPr>
            </a:pPr>
            <a:r>
              <a:rPr sz="975">
                <a:solidFill>
                  <a:srgbClr val="DBE7FF"/>
                </a:solidFill>
                <a:latin typeface="Segoe UI"/>
                <a:ea typeface="Segoe UI"/>
                <a:cs typeface="Segoe UI"/>
              </a:rPr>
              <a:t>1.  Confirm the champions and their departments   ·   2.  Agree the start date for Phase 1   ·   3.  Each champion to return their user list within one week</a:t>
            </a:r>
            <a:endParaRPr sz="1300"/>
          </a:p>
        </p:txBody>
      </p:sp>
    </p:spTree>
    <p:extLst>
      <p:ext uri="{BB962C8B-B14F-4D97-AF65-F5344CB8AC3E}">
        <p14:creationId xmlns:p14="http://schemas.microsoft.com/office/powerpoint/2010/main" val="1578312706"/>
      </p:ext>
    </p:extLst>
  </p:cSld>
</p:sld>
</file>

<file path=ppt/theme/theme1.xml><?xml version="1.0" encoding="utf-8"?>
<a:theme xmlns:a="http://schemas.openxmlformats.org/drawingml/2006/main" name="Office Theme">
  <a:themeElements>
    <a:clrScheme name="ATS Application">
      <a:dk1>
        <a:srgbClr val="0F172A"/>
      </a:dk1>
      <a:lt1>
        <a:srgbClr val="FFFFFF"/>
      </a:lt1>
      <a:dk2>
        <a:srgbClr val="1E3A8A"/>
      </a:dk2>
      <a:lt2>
        <a:srgbClr val="EEF4FF"/>
      </a:lt2>
      <a:accent1>
        <a:srgbClr val="155DFC"/>
      </a:accent1>
      <a:accent2>
        <a:srgbClr val="0E7490"/>
      </a:accent2>
      <a:accent3>
        <a:srgbClr val="F59E0B"/>
      </a:accent3>
      <a:accent4>
        <a:srgbClr val="DB2777"/>
      </a:accent4>
      <a:accent5>
        <a:srgbClr val="7C3AED"/>
      </a:accent5>
      <a:accent6>
        <a:srgbClr val="047857"/>
      </a:accent6>
      <a:hlink>
        <a:srgbClr val="155DFC"/>
      </a:hlink>
      <a:folHlink>
        <a:srgbClr val="7C3AED"/>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ATS Application">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2026-08-06T20:42:25.1830000Z</dcterms:created>
  <dcterms:modified xsi:type="dcterms:W3CDTF">2026-08-06T20:42:25.1830000Z</dcterms:modified>
</coreProperties>
</file>